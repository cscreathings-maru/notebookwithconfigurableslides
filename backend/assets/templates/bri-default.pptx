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5"/>
    <p:sldMasterId id="2147483694" r:id="rId6"/>
    <p:sldMasterId id="214748369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Lst>
  <p:sldSz cy="5143500" cx="9144000"/>
  <p:notesSz cx="6858000" cy="9144000"/>
  <p:embeddedFontLst>
    <p:embeddedFont>
      <p:font typeface="Figtree"/>
      <p:regular r:id="rId39"/>
      <p:bold r:id="rId40"/>
      <p:italic r:id="rId41"/>
      <p:boldItalic r:id="rId42"/>
    </p:embeddedFont>
    <p:embeddedFont>
      <p:font typeface="Play"/>
      <p:regular r:id="rId43"/>
      <p:bold r:id="rId44"/>
    </p:embeddedFont>
    <p:embeddedFont>
      <p:font typeface="Inter SemiBold"/>
      <p:regular r:id="rId45"/>
      <p:bold r:id="rId46"/>
      <p:italic r:id="rId47"/>
      <p:boldItalic r:id="rId48"/>
    </p:embeddedFont>
    <p:embeddedFont>
      <p:font typeface="Inter"/>
      <p:regular r:id="rId49"/>
      <p:bold r:id="rId50"/>
      <p:italic r:id="rId51"/>
      <p:boldItalic r:id="rId52"/>
    </p:embeddedFont>
    <p:embeddedFont>
      <p:font typeface="Inter Medium"/>
      <p:regular r:id="rId53"/>
      <p:bold r:id="rId54"/>
      <p:italic r:id="rId55"/>
      <p:boldItalic r:id="rId56"/>
    </p:embeddedFont>
    <p:embeddedFont>
      <p:font typeface="Open Sans"/>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1CF25B-A5F9-4013-B32F-E248E59510A2}">
  <a:tblStyle styleId="{261CF25B-A5F9-4013-B32F-E248E59510A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Figtree-bold.fntdata"/><Relationship Id="rId42" Type="http://schemas.openxmlformats.org/officeDocument/2006/relationships/font" Target="fonts/Figtree-boldItalic.fntdata"/><Relationship Id="rId41" Type="http://schemas.openxmlformats.org/officeDocument/2006/relationships/font" Target="fonts/Figtree-italic.fntdata"/><Relationship Id="rId44" Type="http://schemas.openxmlformats.org/officeDocument/2006/relationships/font" Target="fonts/Play-bold.fntdata"/><Relationship Id="rId43" Type="http://schemas.openxmlformats.org/officeDocument/2006/relationships/font" Target="fonts/Play-regular.fntdata"/><Relationship Id="rId46" Type="http://schemas.openxmlformats.org/officeDocument/2006/relationships/font" Target="fonts/InterSemiBold-bold.fntdata"/><Relationship Id="rId45" Type="http://schemas.openxmlformats.org/officeDocument/2006/relationships/font" Target="fonts/InterSemiBold-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InterSemiBold-boldItalic.fntdata"/><Relationship Id="rId47" Type="http://schemas.openxmlformats.org/officeDocument/2006/relationships/font" Target="fonts/InterSemiBold-italic.fntdata"/><Relationship Id="rId49" Type="http://schemas.openxmlformats.org/officeDocument/2006/relationships/font" Target="fonts/Inter-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font" Target="fonts/Figtree-regular.fntdata"/><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font" Target="fonts/OpenSans-boldItalic.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Inter-italic.fntdata"/><Relationship Id="rId50" Type="http://schemas.openxmlformats.org/officeDocument/2006/relationships/font" Target="fonts/Inter-bold.fntdata"/><Relationship Id="rId53" Type="http://schemas.openxmlformats.org/officeDocument/2006/relationships/font" Target="fonts/InterMedium-regular.fntdata"/><Relationship Id="rId52" Type="http://schemas.openxmlformats.org/officeDocument/2006/relationships/font" Target="fonts/Inter-boldItalic.fntdata"/><Relationship Id="rId11" Type="http://schemas.openxmlformats.org/officeDocument/2006/relationships/slide" Target="slides/slide3.xml"/><Relationship Id="rId55" Type="http://schemas.openxmlformats.org/officeDocument/2006/relationships/font" Target="fonts/InterMedium-italic.fntdata"/><Relationship Id="rId10" Type="http://schemas.openxmlformats.org/officeDocument/2006/relationships/slide" Target="slides/slide2.xml"/><Relationship Id="rId54" Type="http://schemas.openxmlformats.org/officeDocument/2006/relationships/font" Target="fonts/InterMedium-bold.fntdata"/><Relationship Id="rId13" Type="http://schemas.openxmlformats.org/officeDocument/2006/relationships/slide" Target="slides/slide5.xml"/><Relationship Id="rId57" Type="http://schemas.openxmlformats.org/officeDocument/2006/relationships/font" Target="fonts/OpenSans-regular.fntdata"/><Relationship Id="rId12" Type="http://schemas.openxmlformats.org/officeDocument/2006/relationships/slide" Target="slides/slide4.xml"/><Relationship Id="rId56" Type="http://schemas.openxmlformats.org/officeDocument/2006/relationships/font" Target="fonts/InterMedium-boldItalic.fntdata"/><Relationship Id="rId15" Type="http://schemas.openxmlformats.org/officeDocument/2006/relationships/slide" Target="slides/slide7.xml"/><Relationship Id="rId59" Type="http://schemas.openxmlformats.org/officeDocument/2006/relationships/font" Target="fonts/OpenSans-italic.fntdata"/><Relationship Id="rId14" Type="http://schemas.openxmlformats.org/officeDocument/2006/relationships/slide" Target="slides/slide6.xml"/><Relationship Id="rId58" Type="http://schemas.openxmlformats.org/officeDocument/2006/relationships/font" Target="fonts/OpenSans-bold.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b5c85a3ded_3_9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g3b5c85a3ded_3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b5c85a3ded_3_49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g3b5c85a3ded_3_4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5c85a3ded_3_51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b5c85a3ded_3_5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b5c85a3ded_3_113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3b5c85a3ded_3_1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b5c85a3ded_3_55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b5c85a3ded_3_5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b5c85a3ded_3_58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3b5c85a3ded_3_5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b5c85a3ded_3_6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g3b5c85a3ded_3_6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b5c85a3ded_3_65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g3b5c85a3ded_3_6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b5c85a3ded_3_69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3b5c85a3ded_3_6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b5c85a3ded_3_73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g3b5c85a3ded_3_7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b5c85a3ded_3_75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g3b5c85a3ded_3_7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b5c85a3ded_3_79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g3b5c85a3ded_3_7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b5c85a3ded_3_80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g3b5c85a3ded_3_8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b5c85a3ded_3_84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b5c85a3ded_3_8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b5c85a3ded_3_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b5c85a3ded_3_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b5c85a3ded_3_9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b5c85a3ded_3_9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b5c85a3ded_3_10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b5c85a3ded_3_10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b5c85a3ded_3_1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b5c85a3ded_3_1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b5c85a3ded_3_10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b5c85a3ded_3_1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b5c85a3ded_3_10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b5c85a3ded_3_10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da6da56ff0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da6da56ff0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da6da56ff0_1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da6da56ff0_1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b5c85a3ded_3_1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b5c85a3ded_3_1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b5c85a3ded_3_1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3b5c85a3ded_3_1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b5c85a3ded_3_1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3b5c85a3ded_3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b5c85a3ded_3_1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3b5c85a3ded_3_1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b5c85a3ded_3_1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3b5c85a3ded_3_1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b5c85a3ded_3_1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b5c85a3ded_3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b5c85a3ded_3_1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b5c85a3ded_3_1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nvSpPr>
        <p:spPr>
          <a:xfrm>
            <a:off x="387900"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pic>
        <p:nvPicPr>
          <p:cNvPr descr="File:Danantara Indonesia (no SW).svg - Wikipedia" id="11" name="Google Shape;11;p2"/>
          <p:cNvPicPr preferRelativeResize="0"/>
          <p:nvPr/>
        </p:nvPicPr>
        <p:blipFill rotWithShape="1">
          <a:blip r:embed="rId2">
            <a:alphaModFix/>
          </a:blip>
          <a:srcRect b="0" l="0" r="0" t="0"/>
          <a:stretch/>
        </p:blipFill>
        <p:spPr>
          <a:xfrm>
            <a:off x="474502" y="447590"/>
            <a:ext cx="943573" cy="248926"/>
          </a:xfrm>
          <a:prstGeom prst="rect">
            <a:avLst/>
          </a:prstGeom>
          <a:noFill/>
          <a:ln>
            <a:noFill/>
          </a:ln>
        </p:spPr>
      </p:pic>
      <p:sp>
        <p:nvSpPr>
          <p:cNvPr id="12" name="Google Shape;12;p2"/>
          <p:cNvSpPr/>
          <p:nvPr/>
        </p:nvSpPr>
        <p:spPr>
          <a:xfrm>
            <a:off x="7968000" y="384136"/>
            <a:ext cx="762467" cy="375862"/>
          </a:xfrm>
          <a:custGeom>
            <a:rect b="b" l="l" r="r" t="t"/>
            <a:pathLst>
              <a:path extrusionOk="0" h="1105476" w="2293134">
                <a:moveTo>
                  <a:pt x="0" y="0"/>
                </a:moveTo>
                <a:lnTo>
                  <a:pt x="2293134" y="0"/>
                </a:lnTo>
                <a:lnTo>
                  <a:pt x="2293134" y="1105476"/>
                </a:lnTo>
                <a:lnTo>
                  <a:pt x="0" y="1105476"/>
                </a:lnTo>
                <a:lnTo>
                  <a:pt x="0" y="0"/>
                </a:lnTo>
                <a:close/>
              </a:path>
            </a:pathLst>
          </a:custGeom>
          <a:blipFill rotWithShape="1">
            <a:blip r:embed="rId3">
              <a:alphaModFix/>
            </a:blip>
            <a:stretch>
              <a:fillRect b="-61039" l="-45169" r="-45169" t="-6105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600" u="non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13" name="Shape 13"/>
        <p:cNvGrpSpPr/>
        <p:nvPr/>
      </p:nvGrpSpPr>
      <p:grpSpPr>
        <a:xfrm>
          <a:off x="0" y="0"/>
          <a:ext cx="0" cy="0"/>
          <a:chOff x="0" y="0"/>
          <a:chExt cx="0" cy="0"/>
        </a:xfrm>
      </p:grpSpPr>
      <p:sp>
        <p:nvSpPr>
          <p:cNvPr id="14" name="Google Shape;14;p3"/>
          <p:cNvSpPr txBox="1"/>
          <p:nvPr/>
        </p:nvSpPr>
        <p:spPr>
          <a:xfrm>
            <a:off x="387900"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pic>
        <p:nvPicPr>
          <p:cNvPr id="15" name="Google Shape;15;p3"/>
          <p:cNvPicPr preferRelativeResize="0"/>
          <p:nvPr/>
        </p:nvPicPr>
        <p:blipFill rotWithShape="1">
          <a:blip r:embed="rId2">
            <a:alphaModFix/>
          </a:blip>
          <a:srcRect b="0" l="59526" r="0" t="19277"/>
          <a:stretch/>
        </p:blipFill>
        <p:spPr>
          <a:xfrm>
            <a:off x="8004575" y="282500"/>
            <a:ext cx="756302" cy="539699"/>
          </a:xfrm>
          <a:prstGeom prst="rect">
            <a:avLst/>
          </a:prstGeom>
          <a:noFill/>
          <a:ln>
            <a:noFill/>
          </a:ln>
        </p:spPr>
      </p:pic>
      <p:pic>
        <p:nvPicPr>
          <p:cNvPr id="16" name="Google Shape;16;p3"/>
          <p:cNvPicPr preferRelativeResize="0"/>
          <p:nvPr/>
        </p:nvPicPr>
        <p:blipFill>
          <a:blip r:embed="rId3">
            <a:alphaModFix/>
          </a:blip>
          <a:stretch>
            <a:fillRect/>
          </a:stretch>
        </p:blipFill>
        <p:spPr>
          <a:xfrm>
            <a:off x="474500" y="447600"/>
            <a:ext cx="942591" cy="2489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7" name="Shape 17"/>
        <p:cNvGrpSpPr/>
        <p:nvPr/>
      </p:nvGrpSpPr>
      <p:grpSpPr>
        <a:xfrm>
          <a:off x="0" y="0"/>
          <a:ext cx="0" cy="0"/>
          <a:chOff x="0" y="0"/>
          <a:chExt cx="0" cy="0"/>
        </a:xfrm>
      </p:grpSpPr>
      <p:sp>
        <p:nvSpPr>
          <p:cNvPr id="18" name="Google Shape;18;p4"/>
          <p:cNvSpPr/>
          <p:nvPr/>
        </p:nvSpPr>
        <p:spPr>
          <a:xfrm>
            <a:off x="237975" y="243700"/>
            <a:ext cx="8670300" cy="4662000"/>
          </a:xfrm>
          <a:prstGeom prst="roundRect">
            <a:avLst>
              <a:gd fmla="val 6461" name="adj"/>
            </a:avLst>
          </a:prstGeom>
          <a:noFill/>
          <a:ln cap="flat" cmpd="sng" w="38100">
            <a:solidFill>
              <a:srgbClr val="71C4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File:Danantara Indonesia (no SW).svg - Wikipedia" id="19" name="Google Shape;19;p4"/>
          <p:cNvPicPr preferRelativeResize="0"/>
          <p:nvPr/>
        </p:nvPicPr>
        <p:blipFill rotWithShape="1">
          <a:blip r:embed="rId2">
            <a:alphaModFix/>
          </a:blip>
          <a:srcRect b="0" l="0" r="0" t="0"/>
          <a:stretch/>
        </p:blipFill>
        <p:spPr>
          <a:xfrm>
            <a:off x="474502" y="447590"/>
            <a:ext cx="943573" cy="248926"/>
          </a:xfrm>
          <a:prstGeom prst="rect">
            <a:avLst/>
          </a:prstGeom>
          <a:noFill/>
          <a:ln>
            <a:noFill/>
          </a:ln>
        </p:spPr>
      </p:pic>
      <p:sp>
        <p:nvSpPr>
          <p:cNvPr id="20" name="Google Shape;20;p4"/>
          <p:cNvSpPr txBox="1"/>
          <p:nvPr/>
        </p:nvSpPr>
        <p:spPr>
          <a:xfrm>
            <a:off x="387900"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sp>
        <p:nvSpPr>
          <p:cNvPr id="21" name="Google Shape;21;p4"/>
          <p:cNvSpPr/>
          <p:nvPr/>
        </p:nvSpPr>
        <p:spPr>
          <a:xfrm>
            <a:off x="7968000" y="384136"/>
            <a:ext cx="762467" cy="375862"/>
          </a:xfrm>
          <a:custGeom>
            <a:rect b="b" l="l" r="r" t="t"/>
            <a:pathLst>
              <a:path extrusionOk="0" h="1105476" w="2293134">
                <a:moveTo>
                  <a:pt x="0" y="0"/>
                </a:moveTo>
                <a:lnTo>
                  <a:pt x="2293134" y="0"/>
                </a:lnTo>
                <a:lnTo>
                  <a:pt x="2293134" y="1105476"/>
                </a:lnTo>
                <a:lnTo>
                  <a:pt x="0" y="1105476"/>
                </a:lnTo>
                <a:lnTo>
                  <a:pt x="0" y="0"/>
                </a:lnTo>
                <a:close/>
              </a:path>
            </a:pathLst>
          </a:custGeom>
          <a:blipFill rotWithShape="1">
            <a:blip r:embed="rId3">
              <a:alphaModFix/>
            </a:blip>
            <a:stretch>
              <a:fillRect b="-61039" l="-45169" r="-45169" t="-6105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600" u="non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1">
  <p:cSld name="TITLE_1_1">
    <p:spTree>
      <p:nvGrpSpPr>
        <p:cNvPr id="22" name="Shape 22"/>
        <p:cNvGrpSpPr/>
        <p:nvPr/>
      </p:nvGrpSpPr>
      <p:grpSpPr>
        <a:xfrm>
          <a:off x="0" y="0"/>
          <a:ext cx="0" cy="0"/>
          <a:chOff x="0" y="0"/>
          <a:chExt cx="0" cy="0"/>
        </a:xfrm>
      </p:grpSpPr>
      <p:sp>
        <p:nvSpPr>
          <p:cNvPr id="23" name="Google Shape;23;p5"/>
          <p:cNvSpPr/>
          <p:nvPr/>
        </p:nvSpPr>
        <p:spPr>
          <a:xfrm>
            <a:off x="237975" y="243700"/>
            <a:ext cx="8670300" cy="4662000"/>
          </a:xfrm>
          <a:prstGeom prst="roundRect">
            <a:avLst>
              <a:gd fmla="val 6461" name="adj"/>
            </a:avLst>
          </a:prstGeom>
          <a:noFill/>
          <a:ln cap="flat" cmpd="sng" w="38100">
            <a:solidFill>
              <a:srgbClr val="0070C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 name="Google Shape;24;p5"/>
          <p:cNvSpPr txBox="1"/>
          <p:nvPr/>
        </p:nvSpPr>
        <p:spPr>
          <a:xfrm>
            <a:off x="387900"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pic>
        <p:nvPicPr>
          <p:cNvPr descr="File:Danantara Indonesia (no SW).svg - Wikipedia" id="25" name="Google Shape;25;p5"/>
          <p:cNvPicPr preferRelativeResize="0"/>
          <p:nvPr/>
        </p:nvPicPr>
        <p:blipFill rotWithShape="1">
          <a:blip r:embed="rId2">
            <a:alphaModFix/>
          </a:blip>
          <a:srcRect b="0" l="0" r="0" t="0"/>
          <a:stretch/>
        </p:blipFill>
        <p:spPr>
          <a:xfrm>
            <a:off x="474502" y="447590"/>
            <a:ext cx="943573" cy="248926"/>
          </a:xfrm>
          <a:prstGeom prst="rect">
            <a:avLst/>
          </a:prstGeom>
          <a:noFill/>
          <a:ln>
            <a:noFill/>
          </a:ln>
        </p:spPr>
      </p:pic>
      <p:sp>
        <p:nvSpPr>
          <p:cNvPr id="26" name="Google Shape;26;p5"/>
          <p:cNvSpPr/>
          <p:nvPr/>
        </p:nvSpPr>
        <p:spPr>
          <a:xfrm>
            <a:off x="7968000" y="384136"/>
            <a:ext cx="762467" cy="375862"/>
          </a:xfrm>
          <a:custGeom>
            <a:rect b="b" l="l" r="r" t="t"/>
            <a:pathLst>
              <a:path extrusionOk="0" h="1105476" w="2293134">
                <a:moveTo>
                  <a:pt x="0" y="0"/>
                </a:moveTo>
                <a:lnTo>
                  <a:pt x="2293134" y="0"/>
                </a:lnTo>
                <a:lnTo>
                  <a:pt x="2293134" y="1105476"/>
                </a:lnTo>
                <a:lnTo>
                  <a:pt x="0" y="1105476"/>
                </a:lnTo>
                <a:lnTo>
                  <a:pt x="0" y="0"/>
                </a:lnTo>
                <a:close/>
              </a:path>
            </a:pathLst>
          </a:custGeom>
          <a:blipFill rotWithShape="1">
            <a:blip r:embed="rId3">
              <a:alphaModFix/>
            </a:blip>
            <a:stretch>
              <a:fillRect b="-61039" l="-45169" r="-45169" t="-6105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600" u="none">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p:cSld name="TITLE_2_1">
    <p:bg>
      <p:bgPr>
        <a:solidFill>
          <a:srgbClr val="71C4E8"/>
        </a:solidFill>
      </p:bgPr>
    </p:bg>
    <p:spTree>
      <p:nvGrpSpPr>
        <p:cNvPr id="27" name="Shape 27"/>
        <p:cNvGrpSpPr/>
        <p:nvPr/>
      </p:nvGrpSpPr>
      <p:grpSpPr>
        <a:xfrm>
          <a:off x="0" y="0"/>
          <a:ext cx="0" cy="0"/>
          <a:chOff x="0" y="0"/>
          <a:chExt cx="0" cy="0"/>
        </a:xfrm>
      </p:grpSpPr>
      <p:sp>
        <p:nvSpPr>
          <p:cNvPr id="28" name="Google Shape;28;p6"/>
          <p:cNvSpPr/>
          <p:nvPr/>
        </p:nvSpPr>
        <p:spPr>
          <a:xfrm>
            <a:off x="237975" y="243700"/>
            <a:ext cx="8670300" cy="4662000"/>
          </a:xfrm>
          <a:prstGeom prst="roundRect">
            <a:avLst>
              <a:gd fmla="val 6461"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 name="Google Shape;29;p6"/>
          <p:cNvSpPr txBox="1"/>
          <p:nvPr/>
        </p:nvSpPr>
        <p:spPr>
          <a:xfrm>
            <a:off x="387900"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pic>
        <p:nvPicPr>
          <p:cNvPr id="30" name="Google Shape;30;p6"/>
          <p:cNvPicPr preferRelativeResize="0"/>
          <p:nvPr/>
        </p:nvPicPr>
        <p:blipFill rotWithShape="1">
          <a:blip r:embed="rId2">
            <a:alphaModFix/>
          </a:blip>
          <a:srcRect b="12349" l="59526" r="0" t="19275"/>
          <a:stretch/>
        </p:blipFill>
        <p:spPr>
          <a:xfrm>
            <a:off x="8004575" y="365050"/>
            <a:ext cx="756302" cy="457150"/>
          </a:xfrm>
          <a:prstGeom prst="rect">
            <a:avLst/>
          </a:prstGeom>
          <a:noFill/>
          <a:ln>
            <a:noFill/>
          </a:ln>
        </p:spPr>
      </p:pic>
      <p:pic>
        <p:nvPicPr>
          <p:cNvPr id="31" name="Google Shape;31;p6"/>
          <p:cNvPicPr preferRelativeResize="0"/>
          <p:nvPr/>
        </p:nvPicPr>
        <p:blipFill rotWithShape="1">
          <a:blip r:embed="rId3">
            <a:alphaModFix/>
          </a:blip>
          <a:srcRect b="22788" l="0" r="0" t="22788"/>
          <a:stretch/>
        </p:blipFill>
        <p:spPr>
          <a:xfrm>
            <a:off x="387898" y="406325"/>
            <a:ext cx="1223624" cy="3746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34" name="Google Shape;34;p7"/>
          <p:cNvSpPr/>
          <p:nvPr/>
        </p:nvSpPr>
        <p:spPr>
          <a:xfrm>
            <a:off x="251366" y="235416"/>
            <a:ext cx="8701800" cy="4692000"/>
          </a:xfrm>
          <a:prstGeom prst="roundRect">
            <a:avLst>
              <a:gd fmla="val 6014"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35" name="Shape 35"/>
        <p:cNvGrpSpPr/>
        <p:nvPr/>
      </p:nvGrpSpPr>
      <p:grpSpPr>
        <a:xfrm>
          <a:off x="0" y="0"/>
          <a:ext cx="0" cy="0"/>
          <a:chOff x="0" y="0"/>
          <a:chExt cx="0" cy="0"/>
        </a:xfrm>
      </p:grpSpPr>
      <p:sp>
        <p:nvSpPr>
          <p:cNvPr id="36" name="Google Shape;36;p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8" name="Shape 38"/>
        <p:cNvGrpSpPr/>
        <p:nvPr/>
      </p:nvGrpSpPr>
      <p:grpSpPr>
        <a:xfrm>
          <a:off x="0" y="0"/>
          <a:ext cx="0" cy="0"/>
          <a:chOff x="0" y="0"/>
          <a:chExt cx="0" cy="0"/>
        </a:xfrm>
      </p:grpSpPr>
      <p:sp>
        <p:nvSpPr>
          <p:cNvPr id="39" name="Google Shape;39;p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 name="Shape 42"/>
        <p:cNvGrpSpPr/>
        <p:nvPr/>
      </p:nvGrpSpPr>
      <p:grpSpPr>
        <a:xfrm>
          <a:off x="0" y="0"/>
          <a:ext cx="0" cy="0"/>
          <a:chOff x="0" y="0"/>
          <a:chExt cx="0" cy="0"/>
        </a:xfrm>
      </p:grpSpPr>
      <p:sp>
        <p:nvSpPr>
          <p:cNvPr id="43" name="Google Shape;43;p1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 name="Google Shape;44;p1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5" name="Google Shape;45;p1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6" name="Google Shape;46;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1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0" name="Shape 50"/>
        <p:cNvGrpSpPr/>
        <p:nvPr/>
      </p:nvGrpSpPr>
      <p:grpSpPr>
        <a:xfrm>
          <a:off x="0" y="0"/>
          <a:ext cx="0" cy="0"/>
          <a:chOff x="0" y="0"/>
          <a:chExt cx="0" cy="0"/>
        </a:xfrm>
      </p:grpSpPr>
      <p:sp>
        <p:nvSpPr>
          <p:cNvPr id="51" name="Google Shape;51;p12"/>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2" name="Google Shape;52;p12"/>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3" name="Google Shape;5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4" name="Shape 54"/>
        <p:cNvGrpSpPr/>
        <p:nvPr/>
      </p:nvGrpSpPr>
      <p:grpSpPr>
        <a:xfrm>
          <a:off x="0" y="0"/>
          <a:ext cx="0" cy="0"/>
          <a:chOff x="0" y="0"/>
          <a:chExt cx="0" cy="0"/>
        </a:xfrm>
      </p:grpSpPr>
      <p:sp>
        <p:nvSpPr>
          <p:cNvPr id="55" name="Google Shape;55;p13"/>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6" name="Google Shape;56;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7" name="Shape 57"/>
        <p:cNvGrpSpPr/>
        <p:nvPr/>
      </p:nvGrpSpPr>
      <p:grpSpPr>
        <a:xfrm>
          <a:off x="0" y="0"/>
          <a:ext cx="0" cy="0"/>
          <a:chOff x="0" y="0"/>
          <a:chExt cx="0" cy="0"/>
        </a:xfrm>
      </p:grpSpPr>
      <p:sp>
        <p:nvSpPr>
          <p:cNvPr id="58" name="Google Shape;58;p1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0" name="Google Shape;60;p14"/>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1" name="Google Shape;61;p14"/>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2" name="Google Shape;62;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3" name="Shape 63"/>
        <p:cNvGrpSpPr/>
        <p:nvPr/>
      </p:nvGrpSpPr>
      <p:grpSpPr>
        <a:xfrm>
          <a:off x="0" y="0"/>
          <a:ext cx="0" cy="0"/>
          <a:chOff x="0" y="0"/>
          <a:chExt cx="0" cy="0"/>
        </a:xfrm>
      </p:grpSpPr>
      <p:sp>
        <p:nvSpPr>
          <p:cNvPr id="64" name="Google Shape;64;p15"/>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6" name="Shape 66"/>
        <p:cNvGrpSpPr/>
        <p:nvPr/>
      </p:nvGrpSpPr>
      <p:grpSpPr>
        <a:xfrm>
          <a:off x="0" y="0"/>
          <a:ext cx="0" cy="0"/>
          <a:chOff x="0" y="0"/>
          <a:chExt cx="0" cy="0"/>
        </a:xfrm>
      </p:grpSpPr>
      <p:sp>
        <p:nvSpPr>
          <p:cNvPr id="67" name="Google Shape;67;p1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8" name="Google Shape;68;p16"/>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0857C3"/>
        </a:solidFill>
      </p:bgPr>
    </p:bg>
    <p:spTree>
      <p:nvGrpSpPr>
        <p:cNvPr id="78" name="Shape 78"/>
        <p:cNvGrpSpPr/>
        <p:nvPr/>
      </p:nvGrpSpPr>
      <p:grpSpPr>
        <a:xfrm>
          <a:off x="0" y="0"/>
          <a:ext cx="0" cy="0"/>
          <a:chOff x="0" y="0"/>
          <a:chExt cx="0" cy="0"/>
        </a:xfrm>
      </p:grpSpPr>
      <p:sp>
        <p:nvSpPr>
          <p:cNvPr id="79" name="Google Shape;79;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1" name="Google Shape;81;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grpSp>
        <p:nvGrpSpPr>
          <p:cNvPr id="82" name="Google Shape;82;p19"/>
          <p:cNvGrpSpPr/>
          <p:nvPr/>
        </p:nvGrpSpPr>
        <p:grpSpPr>
          <a:xfrm>
            <a:off x="237966" y="165633"/>
            <a:ext cx="8668094" cy="4740055"/>
            <a:chOff x="0" y="-38100"/>
            <a:chExt cx="4566000" cy="2496737"/>
          </a:xfrm>
        </p:grpSpPr>
        <p:sp>
          <p:nvSpPr>
            <p:cNvPr id="83" name="Google Shape;83;p19"/>
            <p:cNvSpPr/>
            <p:nvPr/>
          </p:nvSpPr>
          <p:spPr>
            <a:xfrm>
              <a:off x="0" y="0"/>
              <a:ext cx="4565896" cy="2458637"/>
            </a:xfrm>
            <a:custGeom>
              <a:rect b="b" l="l" r="r" t="t"/>
              <a:pathLst>
                <a:path extrusionOk="0" h="2458637" w="4565896">
                  <a:moveTo>
                    <a:pt x="32600" y="0"/>
                  </a:moveTo>
                  <a:lnTo>
                    <a:pt x="4533297" y="0"/>
                  </a:lnTo>
                  <a:cubicBezTo>
                    <a:pt x="4551301" y="0"/>
                    <a:pt x="4565896" y="14596"/>
                    <a:pt x="4565896" y="32600"/>
                  </a:cubicBezTo>
                  <a:lnTo>
                    <a:pt x="4565896" y="2426037"/>
                  </a:lnTo>
                  <a:cubicBezTo>
                    <a:pt x="4565896" y="2444042"/>
                    <a:pt x="4551301" y="2458637"/>
                    <a:pt x="4533297" y="2458637"/>
                  </a:cubicBezTo>
                  <a:lnTo>
                    <a:pt x="32600" y="2458637"/>
                  </a:lnTo>
                  <a:cubicBezTo>
                    <a:pt x="14596" y="2458637"/>
                    <a:pt x="0" y="2444042"/>
                    <a:pt x="0" y="2426037"/>
                  </a:cubicBezTo>
                  <a:lnTo>
                    <a:pt x="0" y="32600"/>
                  </a:lnTo>
                  <a:cubicBezTo>
                    <a:pt x="0" y="14596"/>
                    <a:pt x="14596" y="0"/>
                    <a:pt x="32600" y="0"/>
                  </a:cubicBezTo>
                  <a:close/>
                </a:path>
              </a:pathLst>
            </a:custGeom>
            <a:solidFill>
              <a:srgbClr val="FFFFFF"/>
            </a:solidFill>
            <a:ln cap="rnd" cmpd="sng" w="128600">
              <a:solidFill>
                <a:srgbClr val="71C4E7"/>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84" name="Google Shape;84;p19"/>
            <p:cNvSpPr txBox="1"/>
            <p:nvPr/>
          </p:nvSpPr>
          <p:spPr>
            <a:xfrm>
              <a:off x="0" y="-38100"/>
              <a:ext cx="4566000" cy="2496600"/>
            </a:xfrm>
            <a:prstGeom prst="rect">
              <a:avLst/>
            </a:prstGeom>
            <a:noFill/>
            <a:ln>
              <a:noFill/>
            </a:ln>
          </p:spPr>
          <p:txBody>
            <a:bodyPr anchorCtr="0" anchor="ctr" bIns="25400" lIns="25400" spcFirstLastPara="1" rIns="25400" wrap="square" tIns="25400">
              <a:noAutofit/>
            </a:bodyPr>
            <a:lstStyle/>
            <a:p>
              <a:pPr indent="0" lvl="0" marL="0" marR="0" rtl="0" algn="ctr">
                <a:lnSpc>
                  <a:spcPct val="221625"/>
                </a:lnSpc>
                <a:spcBef>
                  <a:spcPts val="0"/>
                </a:spcBef>
                <a:spcAft>
                  <a:spcPts val="0"/>
                </a:spcAft>
                <a:buNone/>
              </a:pPr>
              <a:r>
                <a:t/>
              </a:r>
              <a:endParaRPr b="0" sz="600" u="none">
                <a:solidFill>
                  <a:schemeClr val="dk1"/>
                </a:solidFill>
                <a:latin typeface="Arial"/>
                <a:ea typeface="Arial"/>
                <a:cs typeface="Arial"/>
                <a:sym typeface="Arial"/>
              </a:endParaRPr>
            </a:p>
            <a:p>
              <a:pPr indent="0" lvl="0" marL="0" marR="0" rtl="0" algn="ctr">
                <a:lnSpc>
                  <a:spcPct val="221625"/>
                </a:lnSpc>
                <a:spcBef>
                  <a:spcPts val="0"/>
                </a:spcBef>
                <a:spcAft>
                  <a:spcPts val="0"/>
                </a:spcAft>
                <a:buNone/>
              </a:pPr>
              <a:r>
                <a:t/>
              </a:r>
              <a:endParaRPr b="0" sz="600" u="none">
                <a:solidFill>
                  <a:schemeClr val="dk1"/>
                </a:solidFill>
                <a:latin typeface="Arial"/>
                <a:ea typeface="Arial"/>
                <a:cs typeface="Arial"/>
                <a:sym typeface="Arial"/>
              </a:endParaRPr>
            </a:p>
            <a:p>
              <a:pPr indent="0" lvl="0" marL="0" marR="0" rtl="0" algn="ctr">
                <a:lnSpc>
                  <a:spcPct val="221625"/>
                </a:lnSpc>
                <a:spcBef>
                  <a:spcPts val="0"/>
                </a:spcBef>
                <a:spcAft>
                  <a:spcPts val="0"/>
                </a:spcAft>
                <a:buNone/>
              </a:pPr>
              <a:r>
                <a:t/>
              </a:r>
              <a:endParaRPr b="0" sz="600" u="none">
                <a:solidFill>
                  <a:schemeClr val="dk1"/>
                </a:solidFill>
                <a:latin typeface="Arial"/>
                <a:ea typeface="Arial"/>
                <a:cs typeface="Arial"/>
                <a:sym typeface="Arial"/>
              </a:endParaRPr>
            </a:p>
          </p:txBody>
        </p:sp>
      </p:grpSp>
      <p:sp>
        <p:nvSpPr>
          <p:cNvPr id="85" name="Google Shape;85;p19"/>
          <p:cNvSpPr/>
          <p:nvPr/>
        </p:nvSpPr>
        <p:spPr>
          <a:xfrm>
            <a:off x="7911749" y="394913"/>
            <a:ext cx="854192" cy="411790"/>
          </a:xfrm>
          <a:custGeom>
            <a:rect b="b" l="l" r="r" t="t"/>
            <a:pathLst>
              <a:path extrusionOk="0" h="1105476" w="2293134">
                <a:moveTo>
                  <a:pt x="0" y="0"/>
                </a:moveTo>
                <a:lnTo>
                  <a:pt x="2293134" y="0"/>
                </a:lnTo>
                <a:lnTo>
                  <a:pt x="2293134" y="1105476"/>
                </a:lnTo>
                <a:lnTo>
                  <a:pt x="0" y="1105476"/>
                </a:lnTo>
                <a:lnTo>
                  <a:pt x="0" y="0"/>
                </a:lnTo>
                <a:close/>
              </a:path>
            </a:pathLst>
          </a:custGeom>
          <a:blipFill rotWithShape="1">
            <a:blip r:embed="rId2">
              <a:alphaModFix/>
            </a:blip>
            <a:stretch>
              <a:fillRect b="-61039" l="-45169" r="-45169" t="-6105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600" u="none">
              <a:solidFill>
                <a:schemeClr val="dk1"/>
              </a:solidFill>
              <a:latin typeface="Arial"/>
              <a:ea typeface="Arial"/>
              <a:cs typeface="Arial"/>
              <a:sym typeface="Arial"/>
            </a:endParaRPr>
          </a:p>
        </p:txBody>
      </p:sp>
      <p:pic>
        <p:nvPicPr>
          <p:cNvPr id="86" name="Google Shape;86;p19"/>
          <p:cNvPicPr preferRelativeResize="0"/>
          <p:nvPr/>
        </p:nvPicPr>
        <p:blipFill rotWithShape="1">
          <a:blip r:embed="rId3">
            <a:alphaModFix/>
          </a:blip>
          <a:srcRect b="26810" l="0" r="0" t="26703"/>
          <a:stretch/>
        </p:blipFill>
        <p:spPr>
          <a:xfrm>
            <a:off x="413000" y="444299"/>
            <a:ext cx="1176199" cy="307575"/>
          </a:xfrm>
          <a:prstGeom prst="rect">
            <a:avLst/>
          </a:prstGeom>
          <a:noFill/>
          <a:ln>
            <a:noFill/>
          </a:ln>
        </p:spPr>
      </p:pic>
      <p:sp>
        <p:nvSpPr>
          <p:cNvPr id="87" name="Google Shape;87;p19"/>
          <p:cNvSpPr txBox="1"/>
          <p:nvPr/>
        </p:nvSpPr>
        <p:spPr>
          <a:xfrm>
            <a:off x="355777"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307FE2"/>
        </a:solidFill>
      </p:bgPr>
    </p:bg>
    <p:spTree>
      <p:nvGrpSpPr>
        <p:cNvPr id="88" name="Shape 88"/>
        <p:cNvGrpSpPr/>
        <p:nvPr/>
      </p:nvGrpSpPr>
      <p:grpSpPr>
        <a:xfrm>
          <a:off x="0" y="0"/>
          <a:ext cx="0" cy="0"/>
          <a:chOff x="0" y="0"/>
          <a:chExt cx="0" cy="0"/>
        </a:xfrm>
      </p:grpSpPr>
      <p:sp>
        <p:nvSpPr>
          <p:cNvPr id="89" name="Google Shape;89;p20"/>
          <p:cNvSpPr/>
          <p:nvPr/>
        </p:nvSpPr>
        <p:spPr>
          <a:xfrm>
            <a:off x="4366525" y="260100"/>
            <a:ext cx="4527000" cy="4623300"/>
          </a:xfrm>
          <a:prstGeom prst="roundRect">
            <a:avLst>
              <a:gd fmla="val 378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20"/>
          <p:cNvSpPr txBox="1"/>
          <p:nvPr>
            <p:ph type="ctrTitle"/>
          </p:nvPr>
        </p:nvSpPr>
        <p:spPr>
          <a:xfrm>
            <a:off x="4548450" y="841775"/>
            <a:ext cx="4013400" cy="1790700"/>
          </a:xfrm>
          <a:prstGeom prst="rect">
            <a:avLst/>
          </a:prstGeom>
          <a:noFill/>
          <a:ln>
            <a:noFill/>
          </a:ln>
        </p:spPr>
        <p:txBody>
          <a:bodyPr anchorCtr="0" anchor="t" bIns="34275" lIns="68575" spcFirstLastPara="1" rIns="68575" wrap="square" tIns="34275">
            <a:normAutofit/>
          </a:bodyPr>
          <a:lstStyle>
            <a:lvl1pPr lvl="0">
              <a:lnSpc>
                <a:spcPct val="90000"/>
              </a:lnSpc>
              <a:spcBef>
                <a:spcPts val="0"/>
              </a:spcBef>
              <a:spcAft>
                <a:spcPts val="0"/>
              </a:spcAft>
              <a:buClr>
                <a:srgbClr val="0857C3"/>
              </a:buClr>
              <a:buSzPts val="4500"/>
              <a:buFont typeface="Inter"/>
              <a:buNone/>
              <a:defRPr sz="4500">
                <a:solidFill>
                  <a:srgbClr val="0857C3"/>
                </a:solidFill>
                <a:latin typeface="Inter"/>
                <a:ea typeface="Inter"/>
                <a:cs typeface="Inter"/>
                <a:sym typeface="Inter"/>
              </a:defRPr>
            </a:lvl1pPr>
            <a:lvl2pPr lvl="1">
              <a:spcBef>
                <a:spcPts val="0"/>
              </a:spcBef>
              <a:spcAft>
                <a:spcPts val="0"/>
              </a:spcAft>
              <a:buClr>
                <a:srgbClr val="0857C3"/>
              </a:buClr>
              <a:buSzPts val="1100"/>
              <a:buFont typeface="Inter"/>
              <a:buNone/>
              <a:defRPr>
                <a:solidFill>
                  <a:srgbClr val="0857C3"/>
                </a:solidFill>
                <a:latin typeface="Inter"/>
                <a:ea typeface="Inter"/>
                <a:cs typeface="Inter"/>
                <a:sym typeface="Inter"/>
              </a:defRPr>
            </a:lvl2pPr>
            <a:lvl3pPr lvl="2">
              <a:spcBef>
                <a:spcPts val="0"/>
              </a:spcBef>
              <a:spcAft>
                <a:spcPts val="0"/>
              </a:spcAft>
              <a:buClr>
                <a:srgbClr val="0857C3"/>
              </a:buClr>
              <a:buSzPts val="1100"/>
              <a:buFont typeface="Inter"/>
              <a:buNone/>
              <a:defRPr>
                <a:solidFill>
                  <a:srgbClr val="0857C3"/>
                </a:solidFill>
                <a:latin typeface="Inter"/>
                <a:ea typeface="Inter"/>
                <a:cs typeface="Inter"/>
                <a:sym typeface="Inter"/>
              </a:defRPr>
            </a:lvl3pPr>
            <a:lvl4pPr lvl="3">
              <a:spcBef>
                <a:spcPts val="0"/>
              </a:spcBef>
              <a:spcAft>
                <a:spcPts val="0"/>
              </a:spcAft>
              <a:buClr>
                <a:srgbClr val="0857C3"/>
              </a:buClr>
              <a:buSzPts val="1100"/>
              <a:buFont typeface="Inter"/>
              <a:buNone/>
              <a:defRPr>
                <a:solidFill>
                  <a:srgbClr val="0857C3"/>
                </a:solidFill>
                <a:latin typeface="Inter"/>
                <a:ea typeface="Inter"/>
                <a:cs typeface="Inter"/>
                <a:sym typeface="Inter"/>
              </a:defRPr>
            </a:lvl4pPr>
            <a:lvl5pPr lvl="4">
              <a:spcBef>
                <a:spcPts val="0"/>
              </a:spcBef>
              <a:spcAft>
                <a:spcPts val="0"/>
              </a:spcAft>
              <a:buClr>
                <a:srgbClr val="0857C3"/>
              </a:buClr>
              <a:buSzPts val="1100"/>
              <a:buFont typeface="Inter"/>
              <a:buNone/>
              <a:defRPr>
                <a:solidFill>
                  <a:srgbClr val="0857C3"/>
                </a:solidFill>
                <a:latin typeface="Inter"/>
                <a:ea typeface="Inter"/>
                <a:cs typeface="Inter"/>
                <a:sym typeface="Inter"/>
              </a:defRPr>
            </a:lvl5pPr>
            <a:lvl6pPr lvl="5">
              <a:spcBef>
                <a:spcPts val="0"/>
              </a:spcBef>
              <a:spcAft>
                <a:spcPts val="0"/>
              </a:spcAft>
              <a:buClr>
                <a:srgbClr val="0857C3"/>
              </a:buClr>
              <a:buSzPts val="1100"/>
              <a:buFont typeface="Inter"/>
              <a:buNone/>
              <a:defRPr>
                <a:solidFill>
                  <a:srgbClr val="0857C3"/>
                </a:solidFill>
                <a:latin typeface="Inter"/>
                <a:ea typeface="Inter"/>
                <a:cs typeface="Inter"/>
                <a:sym typeface="Inter"/>
              </a:defRPr>
            </a:lvl6pPr>
            <a:lvl7pPr lvl="6">
              <a:spcBef>
                <a:spcPts val="0"/>
              </a:spcBef>
              <a:spcAft>
                <a:spcPts val="0"/>
              </a:spcAft>
              <a:buClr>
                <a:srgbClr val="0857C3"/>
              </a:buClr>
              <a:buSzPts val="1100"/>
              <a:buFont typeface="Inter"/>
              <a:buNone/>
              <a:defRPr>
                <a:solidFill>
                  <a:srgbClr val="0857C3"/>
                </a:solidFill>
                <a:latin typeface="Inter"/>
                <a:ea typeface="Inter"/>
                <a:cs typeface="Inter"/>
                <a:sym typeface="Inter"/>
              </a:defRPr>
            </a:lvl7pPr>
            <a:lvl8pPr lvl="7">
              <a:spcBef>
                <a:spcPts val="0"/>
              </a:spcBef>
              <a:spcAft>
                <a:spcPts val="0"/>
              </a:spcAft>
              <a:buClr>
                <a:srgbClr val="0857C3"/>
              </a:buClr>
              <a:buSzPts val="1100"/>
              <a:buFont typeface="Inter"/>
              <a:buNone/>
              <a:defRPr>
                <a:solidFill>
                  <a:srgbClr val="0857C3"/>
                </a:solidFill>
                <a:latin typeface="Inter"/>
                <a:ea typeface="Inter"/>
                <a:cs typeface="Inter"/>
                <a:sym typeface="Inter"/>
              </a:defRPr>
            </a:lvl8pPr>
            <a:lvl9pPr lvl="8">
              <a:spcBef>
                <a:spcPts val="0"/>
              </a:spcBef>
              <a:spcAft>
                <a:spcPts val="0"/>
              </a:spcAft>
              <a:buClr>
                <a:srgbClr val="0857C3"/>
              </a:buClr>
              <a:buSzPts val="1100"/>
              <a:buFont typeface="Inter"/>
              <a:buNone/>
              <a:defRPr>
                <a:solidFill>
                  <a:srgbClr val="0857C3"/>
                </a:solidFill>
                <a:latin typeface="Inter"/>
                <a:ea typeface="Inter"/>
                <a:cs typeface="Inter"/>
                <a:sym typeface="Inter"/>
              </a:defRPr>
            </a:lvl9pPr>
          </a:lstStyle>
          <a:p/>
        </p:txBody>
      </p:sp>
      <p:sp>
        <p:nvSpPr>
          <p:cNvPr id="91" name="Google Shape;91;p20"/>
          <p:cNvSpPr txBox="1"/>
          <p:nvPr>
            <p:ph idx="1" type="subTitle"/>
          </p:nvPr>
        </p:nvSpPr>
        <p:spPr>
          <a:xfrm>
            <a:off x="4548450" y="2932425"/>
            <a:ext cx="4013400" cy="1010700"/>
          </a:xfrm>
          <a:prstGeom prst="rect">
            <a:avLst/>
          </a:prstGeom>
          <a:noFill/>
          <a:ln>
            <a:noFill/>
          </a:ln>
        </p:spPr>
        <p:txBody>
          <a:bodyPr anchorCtr="0" anchor="t" bIns="34275" lIns="68575" spcFirstLastPara="1" rIns="68575" wrap="square" tIns="34275">
            <a:normAutofit/>
          </a:bodyPr>
          <a:lstStyle>
            <a:lvl1pPr lvl="0">
              <a:lnSpc>
                <a:spcPct val="90000"/>
              </a:lnSpc>
              <a:spcBef>
                <a:spcPts val="800"/>
              </a:spcBef>
              <a:spcAft>
                <a:spcPts val="0"/>
              </a:spcAft>
              <a:buClr>
                <a:srgbClr val="0857C3"/>
              </a:buClr>
              <a:buSzPts val="1800"/>
              <a:buFont typeface="Inter"/>
              <a:buNone/>
              <a:defRPr sz="1800">
                <a:solidFill>
                  <a:srgbClr val="0857C3"/>
                </a:solidFill>
                <a:latin typeface="Inter"/>
                <a:ea typeface="Inter"/>
                <a:cs typeface="Inter"/>
                <a:sym typeface="Inter"/>
              </a:defRPr>
            </a:lvl1pPr>
            <a:lvl2pPr lvl="1">
              <a:lnSpc>
                <a:spcPct val="90000"/>
              </a:lnSpc>
              <a:spcBef>
                <a:spcPts val="400"/>
              </a:spcBef>
              <a:spcAft>
                <a:spcPts val="0"/>
              </a:spcAft>
              <a:buClr>
                <a:srgbClr val="0857C3"/>
              </a:buClr>
              <a:buSzPts val="1500"/>
              <a:buFont typeface="Inter"/>
              <a:buNone/>
              <a:defRPr sz="1500">
                <a:solidFill>
                  <a:srgbClr val="0857C3"/>
                </a:solidFill>
                <a:latin typeface="Inter"/>
                <a:ea typeface="Inter"/>
                <a:cs typeface="Inter"/>
                <a:sym typeface="Inter"/>
              </a:defRPr>
            </a:lvl2pPr>
            <a:lvl3pPr lvl="2">
              <a:lnSpc>
                <a:spcPct val="90000"/>
              </a:lnSpc>
              <a:spcBef>
                <a:spcPts val="400"/>
              </a:spcBef>
              <a:spcAft>
                <a:spcPts val="0"/>
              </a:spcAft>
              <a:buClr>
                <a:srgbClr val="0857C3"/>
              </a:buClr>
              <a:buSzPts val="1400"/>
              <a:buFont typeface="Inter"/>
              <a:buNone/>
              <a:defRPr sz="1400">
                <a:solidFill>
                  <a:srgbClr val="0857C3"/>
                </a:solidFill>
                <a:latin typeface="Inter"/>
                <a:ea typeface="Inter"/>
                <a:cs typeface="Inter"/>
                <a:sym typeface="Inter"/>
              </a:defRPr>
            </a:lvl3pPr>
            <a:lvl4pPr lvl="3">
              <a:lnSpc>
                <a:spcPct val="90000"/>
              </a:lnSpc>
              <a:spcBef>
                <a:spcPts val="400"/>
              </a:spcBef>
              <a:spcAft>
                <a:spcPts val="0"/>
              </a:spcAft>
              <a:buClr>
                <a:srgbClr val="0857C3"/>
              </a:buClr>
              <a:buSzPts val="1200"/>
              <a:buFont typeface="Inter"/>
              <a:buNone/>
              <a:defRPr sz="1200">
                <a:solidFill>
                  <a:srgbClr val="0857C3"/>
                </a:solidFill>
                <a:latin typeface="Inter"/>
                <a:ea typeface="Inter"/>
                <a:cs typeface="Inter"/>
                <a:sym typeface="Inter"/>
              </a:defRPr>
            </a:lvl4pPr>
            <a:lvl5pPr lvl="4">
              <a:lnSpc>
                <a:spcPct val="90000"/>
              </a:lnSpc>
              <a:spcBef>
                <a:spcPts val="400"/>
              </a:spcBef>
              <a:spcAft>
                <a:spcPts val="0"/>
              </a:spcAft>
              <a:buClr>
                <a:srgbClr val="0857C3"/>
              </a:buClr>
              <a:buSzPts val="1200"/>
              <a:buFont typeface="Inter"/>
              <a:buNone/>
              <a:defRPr sz="1200">
                <a:solidFill>
                  <a:srgbClr val="0857C3"/>
                </a:solidFill>
                <a:latin typeface="Inter"/>
                <a:ea typeface="Inter"/>
                <a:cs typeface="Inter"/>
                <a:sym typeface="Inter"/>
              </a:defRPr>
            </a:lvl5pPr>
            <a:lvl6pPr lvl="5">
              <a:lnSpc>
                <a:spcPct val="90000"/>
              </a:lnSpc>
              <a:spcBef>
                <a:spcPts val="400"/>
              </a:spcBef>
              <a:spcAft>
                <a:spcPts val="0"/>
              </a:spcAft>
              <a:buClr>
                <a:srgbClr val="0857C3"/>
              </a:buClr>
              <a:buSzPts val="1200"/>
              <a:buFont typeface="Inter"/>
              <a:buNone/>
              <a:defRPr sz="1200">
                <a:solidFill>
                  <a:srgbClr val="0857C3"/>
                </a:solidFill>
                <a:latin typeface="Inter"/>
                <a:ea typeface="Inter"/>
                <a:cs typeface="Inter"/>
                <a:sym typeface="Inter"/>
              </a:defRPr>
            </a:lvl6pPr>
            <a:lvl7pPr lvl="6">
              <a:lnSpc>
                <a:spcPct val="90000"/>
              </a:lnSpc>
              <a:spcBef>
                <a:spcPts val="400"/>
              </a:spcBef>
              <a:spcAft>
                <a:spcPts val="0"/>
              </a:spcAft>
              <a:buClr>
                <a:srgbClr val="0857C3"/>
              </a:buClr>
              <a:buSzPts val="1200"/>
              <a:buFont typeface="Inter"/>
              <a:buNone/>
              <a:defRPr sz="1200">
                <a:solidFill>
                  <a:srgbClr val="0857C3"/>
                </a:solidFill>
                <a:latin typeface="Inter"/>
                <a:ea typeface="Inter"/>
                <a:cs typeface="Inter"/>
                <a:sym typeface="Inter"/>
              </a:defRPr>
            </a:lvl7pPr>
            <a:lvl8pPr lvl="7">
              <a:lnSpc>
                <a:spcPct val="90000"/>
              </a:lnSpc>
              <a:spcBef>
                <a:spcPts val="400"/>
              </a:spcBef>
              <a:spcAft>
                <a:spcPts val="0"/>
              </a:spcAft>
              <a:buClr>
                <a:srgbClr val="0857C3"/>
              </a:buClr>
              <a:buSzPts val="1200"/>
              <a:buFont typeface="Inter"/>
              <a:buNone/>
              <a:defRPr sz="1200">
                <a:solidFill>
                  <a:srgbClr val="0857C3"/>
                </a:solidFill>
                <a:latin typeface="Inter"/>
                <a:ea typeface="Inter"/>
                <a:cs typeface="Inter"/>
                <a:sym typeface="Inter"/>
              </a:defRPr>
            </a:lvl8pPr>
            <a:lvl9pPr lvl="8">
              <a:lnSpc>
                <a:spcPct val="90000"/>
              </a:lnSpc>
              <a:spcBef>
                <a:spcPts val="400"/>
              </a:spcBef>
              <a:spcAft>
                <a:spcPts val="0"/>
              </a:spcAft>
              <a:buClr>
                <a:srgbClr val="0857C3"/>
              </a:buClr>
              <a:buSzPts val="1200"/>
              <a:buFont typeface="Inter"/>
              <a:buNone/>
              <a:defRPr sz="1200">
                <a:solidFill>
                  <a:srgbClr val="0857C3"/>
                </a:solidFill>
                <a:latin typeface="Inter"/>
                <a:ea typeface="Inter"/>
                <a:cs typeface="Inter"/>
                <a:sym typeface="Inter"/>
              </a:defRPr>
            </a:lvl9pPr>
          </a:lstStyle>
          <a:p/>
        </p:txBody>
      </p:sp>
      <p:sp>
        <p:nvSpPr>
          <p:cNvPr id="92" name="Google Shape;92;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grpSp>
        <p:nvGrpSpPr>
          <p:cNvPr id="95" name="Google Shape;95;p20"/>
          <p:cNvGrpSpPr/>
          <p:nvPr/>
        </p:nvGrpSpPr>
        <p:grpSpPr>
          <a:xfrm>
            <a:off x="4533475" y="449996"/>
            <a:ext cx="4230197" cy="350989"/>
            <a:chOff x="1150565" y="876301"/>
            <a:chExt cx="13323457" cy="1105476"/>
          </a:xfrm>
        </p:grpSpPr>
        <p:sp>
          <p:nvSpPr>
            <p:cNvPr id="96" name="Google Shape;96;p20"/>
            <p:cNvSpPr/>
            <p:nvPr/>
          </p:nvSpPr>
          <p:spPr>
            <a:xfrm>
              <a:off x="12180888" y="876301"/>
              <a:ext cx="2293134" cy="1105476"/>
            </a:xfrm>
            <a:custGeom>
              <a:rect b="b" l="l" r="r" t="t"/>
              <a:pathLst>
                <a:path extrusionOk="0" h="1105476" w="2293134">
                  <a:moveTo>
                    <a:pt x="0" y="0"/>
                  </a:moveTo>
                  <a:lnTo>
                    <a:pt x="2293134" y="0"/>
                  </a:lnTo>
                  <a:lnTo>
                    <a:pt x="2293134" y="1105476"/>
                  </a:lnTo>
                  <a:lnTo>
                    <a:pt x="0" y="1105476"/>
                  </a:lnTo>
                  <a:lnTo>
                    <a:pt x="0" y="0"/>
                  </a:lnTo>
                  <a:close/>
                </a:path>
              </a:pathLst>
            </a:custGeom>
            <a:blipFill rotWithShape="1">
              <a:blip r:embed="rId2">
                <a:alphaModFix/>
              </a:blip>
              <a:stretch>
                <a:fillRect b="-61039" l="-45169" r="-45169" t="-6105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600">
                <a:solidFill>
                  <a:schemeClr val="dk1"/>
                </a:solidFill>
                <a:latin typeface="Arial"/>
                <a:ea typeface="Arial"/>
                <a:cs typeface="Arial"/>
                <a:sym typeface="Arial"/>
              </a:endParaRPr>
            </a:p>
          </p:txBody>
        </p:sp>
        <p:pic>
          <p:nvPicPr>
            <p:cNvPr id="97" name="Google Shape;97;p20"/>
            <p:cNvPicPr preferRelativeResize="0"/>
            <p:nvPr/>
          </p:nvPicPr>
          <p:blipFill rotWithShape="1">
            <a:blip r:embed="rId3">
              <a:alphaModFix/>
            </a:blip>
            <a:srcRect b="29566" l="0" r="0" t="27334"/>
            <a:stretch/>
          </p:blipFill>
          <p:spPr>
            <a:xfrm>
              <a:off x="1150565" y="876312"/>
              <a:ext cx="3469213" cy="841102"/>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ta Letak Khusus 1">
  <p:cSld name="CUSTOM">
    <p:bg>
      <p:bgPr>
        <a:solidFill>
          <a:srgbClr val="71C4E8"/>
        </a:solidFill>
      </p:bgPr>
    </p:bg>
    <p:spTree>
      <p:nvGrpSpPr>
        <p:cNvPr id="98" name="Shape 98"/>
        <p:cNvGrpSpPr/>
        <p:nvPr/>
      </p:nvGrpSpPr>
      <p:grpSpPr>
        <a:xfrm>
          <a:off x="0" y="0"/>
          <a:ext cx="0" cy="0"/>
          <a:chOff x="0" y="0"/>
          <a:chExt cx="0" cy="0"/>
        </a:xfrm>
      </p:grpSpPr>
      <p:grpSp>
        <p:nvGrpSpPr>
          <p:cNvPr id="99" name="Google Shape;99;p21"/>
          <p:cNvGrpSpPr/>
          <p:nvPr/>
        </p:nvGrpSpPr>
        <p:grpSpPr>
          <a:xfrm>
            <a:off x="312983" y="220455"/>
            <a:ext cx="4515724" cy="4612091"/>
            <a:chOff x="0" y="-47625"/>
            <a:chExt cx="2378700" cy="2429462"/>
          </a:xfrm>
        </p:grpSpPr>
        <p:sp>
          <p:nvSpPr>
            <p:cNvPr id="100" name="Google Shape;100;p21"/>
            <p:cNvSpPr/>
            <p:nvPr/>
          </p:nvSpPr>
          <p:spPr>
            <a:xfrm>
              <a:off x="0" y="0"/>
              <a:ext cx="2378573" cy="2381837"/>
            </a:xfrm>
            <a:custGeom>
              <a:rect b="b" l="l" r="r" t="t"/>
              <a:pathLst>
                <a:path extrusionOk="0" h="2381837" w="2378573">
                  <a:moveTo>
                    <a:pt x="43720" y="0"/>
                  </a:moveTo>
                  <a:lnTo>
                    <a:pt x="2334853" y="0"/>
                  </a:lnTo>
                  <a:cubicBezTo>
                    <a:pt x="2358999" y="0"/>
                    <a:pt x="2378573" y="19574"/>
                    <a:pt x="2378573" y="43720"/>
                  </a:cubicBezTo>
                  <a:lnTo>
                    <a:pt x="2378573" y="2338117"/>
                  </a:lnTo>
                  <a:cubicBezTo>
                    <a:pt x="2378573" y="2362263"/>
                    <a:pt x="2358999" y="2381837"/>
                    <a:pt x="2334853" y="2381837"/>
                  </a:cubicBezTo>
                  <a:lnTo>
                    <a:pt x="43720" y="2381837"/>
                  </a:lnTo>
                  <a:cubicBezTo>
                    <a:pt x="19574" y="2381837"/>
                    <a:pt x="0" y="2362263"/>
                    <a:pt x="0" y="2338117"/>
                  </a:cubicBezTo>
                  <a:lnTo>
                    <a:pt x="0" y="43720"/>
                  </a:lnTo>
                  <a:cubicBezTo>
                    <a:pt x="0" y="19574"/>
                    <a:pt x="19574" y="0"/>
                    <a:pt x="43720" y="0"/>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1" name="Google Shape;101;p21"/>
            <p:cNvSpPr txBox="1"/>
            <p:nvPr/>
          </p:nvSpPr>
          <p:spPr>
            <a:xfrm>
              <a:off x="0" y="-47625"/>
              <a:ext cx="2378700" cy="2429400"/>
            </a:xfrm>
            <a:prstGeom prst="rect">
              <a:avLst/>
            </a:prstGeom>
            <a:noFill/>
            <a:ln>
              <a:noFill/>
            </a:ln>
          </p:spPr>
          <p:txBody>
            <a:bodyPr anchorCtr="0" anchor="ctr" bIns="25400" lIns="25400" spcFirstLastPara="1" rIns="25400" wrap="square" tIns="25400">
              <a:noAutofit/>
            </a:bodyPr>
            <a:lstStyle/>
            <a:p>
              <a:pPr indent="0" lvl="0" marL="0" marR="0" rtl="0" algn="ctr">
                <a:lnSpc>
                  <a:spcPct val="186611"/>
                </a:lnSpc>
                <a:spcBef>
                  <a:spcPts val="0"/>
                </a:spcBef>
                <a:spcAft>
                  <a:spcPts val="0"/>
                </a:spcAft>
                <a:buNone/>
              </a:pPr>
              <a:r>
                <a:t/>
              </a:r>
              <a:endParaRPr sz="900">
                <a:solidFill>
                  <a:srgbClr val="0857C3"/>
                </a:solidFill>
                <a:latin typeface="Calibri"/>
                <a:ea typeface="Calibri"/>
                <a:cs typeface="Calibri"/>
                <a:sym typeface="Calibri"/>
              </a:endParaRPr>
            </a:p>
          </p:txBody>
        </p:sp>
      </p:grpSp>
      <p:grpSp>
        <p:nvGrpSpPr>
          <p:cNvPr id="102" name="Google Shape;102;p21"/>
          <p:cNvGrpSpPr/>
          <p:nvPr/>
        </p:nvGrpSpPr>
        <p:grpSpPr>
          <a:xfrm>
            <a:off x="381034" y="291086"/>
            <a:ext cx="4382143" cy="619577"/>
            <a:chOff x="762000" y="342900"/>
            <a:chExt cx="13802024" cy="1951425"/>
          </a:xfrm>
        </p:grpSpPr>
        <p:sp>
          <p:nvSpPr>
            <p:cNvPr id="103" name="Google Shape;103;p21"/>
            <p:cNvSpPr/>
            <p:nvPr/>
          </p:nvSpPr>
          <p:spPr>
            <a:xfrm>
              <a:off x="12270890" y="876301"/>
              <a:ext cx="2293134" cy="1105476"/>
            </a:xfrm>
            <a:custGeom>
              <a:rect b="b" l="l" r="r" t="t"/>
              <a:pathLst>
                <a:path extrusionOk="0" h="1105476" w="2293134">
                  <a:moveTo>
                    <a:pt x="0" y="0"/>
                  </a:moveTo>
                  <a:lnTo>
                    <a:pt x="2293134" y="0"/>
                  </a:lnTo>
                  <a:lnTo>
                    <a:pt x="2293134" y="1105476"/>
                  </a:lnTo>
                  <a:lnTo>
                    <a:pt x="0" y="1105476"/>
                  </a:lnTo>
                  <a:lnTo>
                    <a:pt x="0" y="0"/>
                  </a:lnTo>
                  <a:close/>
                </a:path>
              </a:pathLst>
            </a:custGeom>
            <a:blipFill rotWithShape="1">
              <a:blip r:embed="rId2">
                <a:alphaModFix/>
              </a:blip>
              <a:stretch>
                <a:fillRect b="-61039" l="-45169" r="-45169" t="-61050"/>
              </a:stretch>
            </a:blipFill>
            <a:ln>
              <a:noFill/>
            </a:ln>
          </p:spPr>
          <p:txBody>
            <a:bodyPr anchorCtr="0" anchor="t" bIns="22850" lIns="45725" spcFirstLastPara="1" rIns="45725" wrap="square" tIns="22850">
              <a:noAutofit/>
            </a:bodyPr>
            <a:lstStyle/>
            <a:p>
              <a:pPr indent="0" lvl="0" marL="0" marR="0" rtl="0" algn="l">
                <a:spcBef>
                  <a:spcPts val="0"/>
                </a:spcBef>
                <a:spcAft>
                  <a:spcPts val="0"/>
                </a:spcAft>
                <a:buNone/>
              </a:pPr>
              <a:r>
                <a:t/>
              </a:r>
              <a:endParaRPr sz="900">
                <a:solidFill>
                  <a:srgbClr val="0857C3"/>
                </a:solidFill>
                <a:latin typeface="Calibri"/>
                <a:ea typeface="Calibri"/>
                <a:cs typeface="Calibri"/>
                <a:sym typeface="Calibri"/>
              </a:endParaRPr>
            </a:p>
          </p:txBody>
        </p:sp>
        <p:pic>
          <p:nvPicPr>
            <p:cNvPr id="104" name="Google Shape;104;p21"/>
            <p:cNvPicPr preferRelativeResize="0"/>
            <p:nvPr/>
          </p:nvPicPr>
          <p:blipFill rotWithShape="1">
            <a:blip r:embed="rId3">
              <a:alphaModFix/>
            </a:blip>
            <a:srcRect b="0" l="0" r="0" t="0"/>
            <a:stretch/>
          </p:blipFill>
          <p:spPr>
            <a:xfrm>
              <a:off x="762000" y="342900"/>
              <a:ext cx="3469198" cy="1951425"/>
            </a:xfrm>
            <a:prstGeom prst="rect">
              <a:avLst/>
            </a:prstGeom>
            <a:noFill/>
            <a:ln>
              <a:noFill/>
            </a:ln>
          </p:spPr>
        </p:pic>
      </p:grpSp>
      <p:sp>
        <p:nvSpPr>
          <p:cNvPr id="105" name="Google Shape;105;p21"/>
          <p:cNvSpPr txBox="1"/>
          <p:nvPr>
            <p:ph type="ctrTitle"/>
          </p:nvPr>
        </p:nvSpPr>
        <p:spPr>
          <a:xfrm>
            <a:off x="564138" y="1312125"/>
            <a:ext cx="4013400" cy="1790700"/>
          </a:xfrm>
          <a:prstGeom prst="rect">
            <a:avLst/>
          </a:prstGeom>
          <a:noFill/>
          <a:ln>
            <a:noFill/>
          </a:ln>
        </p:spPr>
        <p:txBody>
          <a:bodyPr anchorCtr="0" anchor="t" bIns="34275" lIns="68575" spcFirstLastPara="1" rIns="68575" wrap="square" tIns="34275">
            <a:normAutofit/>
          </a:bodyPr>
          <a:lstStyle>
            <a:lvl1pPr lvl="0">
              <a:lnSpc>
                <a:spcPct val="90000"/>
              </a:lnSpc>
              <a:spcBef>
                <a:spcPts val="0"/>
              </a:spcBef>
              <a:spcAft>
                <a:spcPts val="0"/>
              </a:spcAft>
              <a:buClr>
                <a:srgbClr val="0857C3"/>
              </a:buClr>
              <a:buSzPts val="4500"/>
              <a:buFont typeface="Inter"/>
              <a:buNone/>
              <a:defRPr sz="4500">
                <a:solidFill>
                  <a:srgbClr val="0857C3"/>
                </a:solidFill>
                <a:latin typeface="Inter"/>
                <a:ea typeface="Inter"/>
                <a:cs typeface="Inter"/>
                <a:sym typeface="Inter"/>
              </a:defRPr>
            </a:lvl1pPr>
            <a:lvl2pPr lvl="1">
              <a:spcBef>
                <a:spcPts val="0"/>
              </a:spcBef>
              <a:spcAft>
                <a:spcPts val="0"/>
              </a:spcAft>
              <a:buClr>
                <a:srgbClr val="0857C3"/>
              </a:buClr>
              <a:buSzPts val="1100"/>
              <a:buFont typeface="Inter"/>
              <a:buNone/>
              <a:defRPr>
                <a:solidFill>
                  <a:srgbClr val="0857C3"/>
                </a:solidFill>
                <a:latin typeface="Inter"/>
                <a:ea typeface="Inter"/>
                <a:cs typeface="Inter"/>
                <a:sym typeface="Inter"/>
              </a:defRPr>
            </a:lvl2pPr>
            <a:lvl3pPr lvl="2">
              <a:spcBef>
                <a:spcPts val="0"/>
              </a:spcBef>
              <a:spcAft>
                <a:spcPts val="0"/>
              </a:spcAft>
              <a:buClr>
                <a:srgbClr val="0857C3"/>
              </a:buClr>
              <a:buSzPts val="1100"/>
              <a:buFont typeface="Inter"/>
              <a:buNone/>
              <a:defRPr>
                <a:solidFill>
                  <a:srgbClr val="0857C3"/>
                </a:solidFill>
                <a:latin typeface="Inter"/>
                <a:ea typeface="Inter"/>
                <a:cs typeface="Inter"/>
                <a:sym typeface="Inter"/>
              </a:defRPr>
            </a:lvl3pPr>
            <a:lvl4pPr lvl="3">
              <a:spcBef>
                <a:spcPts val="0"/>
              </a:spcBef>
              <a:spcAft>
                <a:spcPts val="0"/>
              </a:spcAft>
              <a:buClr>
                <a:srgbClr val="0857C3"/>
              </a:buClr>
              <a:buSzPts val="1100"/>
              <a:buFont typeface="Inter"/>
              <a:buNone/>
              <a:defRPr>
                <a:solidFill>
                  <a:srgbClr val="0857C3"/>
                </a:solidFill>
                <a:latin typeface="Inter"/>
                <a:ea typeface="Inter"/>
                <a:cs typeface="Inter"/>
                <a:sym typeface="Inter"/>
              </a:defRPr>
            </a:lvl4pPr>
            <a:lvl5pPr lvl="4">
              <a:spcBef>
                <a:spcPts val="0"/>
              </a:spcBef>
              <a:spcAft>
                <a:spcPts val="0"/>
              </a:spcAft>
              <a:buClr>
                <a:srgbClr val="0857C3"/>
              </a:buClr>
              <a:buSzPts val="1100"/>
              <a:buFont typeface="Inter"/>
              <a:buNone/>
              <a:defRPr>
                <a:solidFill>
                  <a:srgbClr val="0857C3"/>
                </a:solidFill>
                <a:latin typeface="Inter"/>
                <a:ea typeface="Inter"/>
                <a:cs typeface="Inter"/>
                <a:sym typeface="Inter"/>
              </a:defRPr>
            </a:lvl5pPr>
            <a:lvl6pPr lvl="5">
              <a:spcBef>
                <a:spcPts val="0"/>
              </a:spcBef>
              <a:spcAft>
                <a:spcPts val="0"/>
              </a:spcAft>
              <a:buClr>
                <a:srgbClr val="0857C3"/>
              </a:buClr>
              <a:buSzPts val="1100"/>
              <a:buFont typeface="Inter"/>
              <a:buNone/>
              <a:defRPr>
                <a:solidFill>
                  <a:srgbClr val="0857C3"/>
                </a:solidFill>
                <a:latin typeface="Inter"/>
                <a:ea typeface="Inter"/>
                <a:cs typeface="Inter"/>
                <a:sym typeface="Inter"/>
              </a:defRPr>
            </a:lvl6pPr>
            <a:lvl7pPr lvl="6">
              <a:spcBef>
                <a:spcPts val="0"/>
              </a:spcBef>
              <a:spcAft>
                <a:spcPts val="0"/>
              </a:spcAft>
              <a:buClr>
                <a:srgbClr val="0857C3"/>
              </a:buClr>
              <a:buSzPts val="1100"/>
              <a:buFont typeface="Inter"/>
              <a:buNone/>
              <a:defRPr>
                <a:solidFill>
                  <a:srgbClr val="0857C3"/>
                </a:solidFill>
                <a:latin typeface="Inter"/>
                <a:ea typeface="Inter"/>
                <a:cs typeface="Inter"/>
                <a:sym typeface="Inter"/>
              </a:defRPr>
            </a:lvl7pPr>
            <a:lvl8pPr lvl="7">
              <a:spcBef>
                <a:spcPts val="0"/>
              </a:spcBef>
              <a:spcAft>
                <a:spcPts val="0"/>
              </a:spcAft>
              <a:buClr>
                <a:srgbClr val="0857C3"/>
              </a:buClr>
              <a:buSzPts val="1100"/>
              <a:buFont typeface="Inter"/>
              <a:buNone/>
              <a:defRPr>
                <a:solidFill>
                  <a:srgbClr val="0857C3"/>
                </a:solidFill>
                <a:latin typeface="Inter"/>
                <a:ea typeface="Inter"/>
                <a:cs typeface="Inter"/>
                <a:sym typeface="Inter"/>
              </a:defRPr>
            </a:lvl8pPr>
            <a:lvl9pPr lvl="8">
              <a:spcBef>
                <a:spcPts val="0"/>
              </a:spcBef>
              <a:spcAft>
                <a:spcPts val="0"/>
              </a:spcAft>
              <a:buClr>
                <a:srgbClr val="0857C3"/>
              </a:buClr>
              <a:buSzPts val="1100"/>
              <a:buFont typeface="Inter"/>
              <a:buNone/>
              <a:defRPr>
                <a:solidFill>
                  <a:srgbClr val="0857C3"/>
                </a:solidFill>
                <a:latin typeface="Inter"/>
                <a:ea typeface="Inter"/>
                <a:cs typeface="Inter"/>
                <a:sym typeface="Inter"/>
              </a:defRPr>
            </a:lvl9pPr>
          </a:lstStyle>
          <a:p/>
        </p:txBody>
      </p:sp>
      <p:sp>
        <p:nvSpPr>
          <p:cNvPr id="106" name="Google Shape;106;p21"/>
          <p:cNvSpPr txBox="1"/>
          <p:nvPr>
            <p:ph idx="1" type="subTitle"/>
          </p:nvPr>
        </p:nvSpPr>
        <p:spPr>
          <a:xfrm>
            <a:off x="564138" y="3402775"/>
            <a:ext cx="4013400" cy="1010700"/>
          </a:xfrm>
          <a:prstGeom prst="rect">
            <a:avLst/>
          </a:prstGeom>
          <a:noFill/>
          <a:ln>
            <a:noFill/>
          </a:ln>
        </p:spPr>
        <p:txBody>
          <a:bodyPr anchorCtr="0" anchor="t" bIns="34275" lIns="68575" spcFirstLastPara="1" rIns="68575" wrap="square" tIns="34275">
            <a:normAutofit/>
          </a:bodyPr>
          <a:lstStyle>
            <a:lvl1pPr lvl="0">
              <a:lnSpc>
                <a:spcPct val="90000"/>
              </a:lnSpc>
              <a:spcBef>
                <a:spcPts val="800"/>
              </a:spcBef>
              <a:spcAft>
                <a:spcPts val="0"/>
              </a:spcAft>
              <a:buClr>
                <a:srgbClr val="0857C3"/>
              </a:buClr>
              <a:buSzPts val="1800"/>
              <a:buFont typeface="Inter"/>
              <a:buNone/>
              <a:defRPr sz="1800">
                <a:solidFill>
                  <a:srgbClr val="0857C3"/>
                </a:solidFill>
                <a:latin typeface="Inter"/>
                <a:ea typeface="Inter"/>
                <a:cs typeface="Inter"/>
                <a:sym typeface="Inter"/>
              </a:defRPr>
            </a:lvl1pPr>
            <a:lvl2pPr lvl="1">
              <a:lnSpc>
                <a:spcPct val="90000"/>
              </a:lnSpc>
              <a:spcBef>
                <a:spcPts val="400"/>
              </a:spcBef>
              <a:spcAft>
                <a:spcPts val="0"/>
              </a:spcAft>
              <a:buClr>
                <a:srgbClr val="0857C3"/>
              </a:buClr>
              <a:buSzPts val="1500"/>
              <a:buFont typeface="Inter"/>
              <a:buNone/>
              <a:defRPr sz="1500">
                <a:solidFill>
                  <a:srgbClr val="0857C3"/>
                </a:solidFill>
                <a:latin typeface="Inter"/>
                <a:ea typeface="Inter"/>
                <a:cs typeface="Inter"/>
                <a:sym typeface="Inter"/>
              </a:defRPr>
            </a:lvl2pPr>
            <a:lvl3pPr lvl="2">
              <a:lnSpc>
                <a:spcPct val="90000"/>
              </a:lnSpc>
              <a:spcBef>
                <a:spcPts val="400"/>
              </a:spcBef>
              <a:spcAft>
                <a:spcPts val="0"/>
              </a:spcAft>
              <a:buClr>
                <a:srgbClr val="0857C3"/>
              </a:buClr>
              <a:buSzPts val="1400"/>
              <a:buFont typeface="Inter"/>
              <a:buNone/>
              <a:defRPr sz="1400">
                <a:solidFill>
                  <a:srgbClr val="0857C3"/>
                </a:solidFill>
                <a:latin typeface="Inter"/>
                <a:ea typeface="Inter"/>
                <a:cs typeface="Inter"/>
                <a:sym typeface="Inter"/>
              </a:defRPr>
            </a:lvl3pPr>
            <a:lvl4pPr lvl="3">
              <a:lnSpc>
                <a:spcPct val="90000"/>
              </a:lnSpc>
              <a:spcBef>
                <a:spcPts val="400"/>
              </a:spcBef>
              <a:spcAft>
                <a:spcPts val="0"/>
              </a:spcAft>
              <a:buClr>
                <a:srgbClr val="0857C3"/>
              </a:buClr>
              <a:buSzPts val="1200"/>
              <a:buFont typeface="Inter"/>
              <a:buNone/>
              <a:defRPr sz="1200">
                <a:solidFill>
                  <a:srgbClr val="0857C3"/>
                </a:solidFill>
                <a:latin typeface="Inter"/>
                <a:ea typeface="Inter"/>
                <a:cs typeface="Inter"/>
                <a:sym typeface="Inter"/>
              </a:defRPr>
            </a:lvl4pPr>
            <a:lvl5pPr lvl="4">
              <a:lnSpc>
                <a:spcPct val="90000"/>
              </a:lnSpc>
              <a:spcBef>
                <a:spcPts val="400"/>
              </a:spcBef>
              <a:spcAft>
                <a:spcPts val="0"/>
              </a:spcAft>
              <a:buClr>
                <a:srgbClr val="0857C3"/>
              </a:buClr>
              <a:buSzPts val="1200"/>
              <a:buFont typeface="Inter"/>
              <a:buNone/>
              <a:defRPr sz="1200">
                <a:solidFill>
                  <a:srgbClr val="0857C3"/>
                </a:solidFill>
                <a:latin typeface="Inter"/>
                <a:ea typeface="Inter"/>
                <a:cs typeface="Inter"/>
                <a:sym typeface="Inter"/>
              </a:defRPr>
            </a:lvl5pPr>
            <a:lvl6pPr lvl="5">
              <a:lnSpc>
                <a:spcPct val="90000"/>
              </a:lnSpc>
              <a:spcBef>
                <a:spcPts val="400"/>
              </a:spcBef>
              <a:spcAft>
                <a:spcPts val="0"/>
              </a:spcAft>
              <a:buClr>
                <a:srgbClr val="0857C3"/>
              </a:buClr>
              <a:buSzPts val="1200"/>
              <a:buFont typeface="Inter"/>
              <a:buNone/>
              <a:defRPr sz="1200">
                <a:solidFill>
                  <a:srgbClr val="0857C3"/>
                </a:solidFill>
                <a:latin typeface="Inter"/>
                <a:ea typeface="Inter"/>
                <a:cs typeface="Inter"/>
                <a:sym typeface="Inter"/>
              </a:defRPr>
            </a:lvl6pPr>
            <a:lvl7pPr lvl="6">
              <a:lnSpc>
                <a:spcPct val="90000"/>
              </a:lnSpc>
              <a:spcBef>
                <a:spcPts val="400"/>
              </a:spcBef>
              <a:spcAft>
                <a:spcPts val="0"/>
              </a:spcAft>
              <a:buClr>
                <a:srgbClr val="0857C3"/>
              </a:buClr>
              <a:buSzPts val="1200"/>
              <a:buFont typeface="Inter"/>
              <a:buNone/>
              <a:defRPr sz="1200">
                <a:solidFill>
                  <a:srgbClr val="0857C3"/>
                </a:solidFill>
                <a:latin typeface="Inter"/>
                <a:ea typeface="Inter"/>
                <a:cs typeface="Inter"/>
                <a:sym typeface="Inter"/>
              </a:defRPr>
            </a:lvl7pPr>
            <a:lvl8pPr lvl="7">
              <a:lnSpc>
                <a:spcPct val="90000"/>
              </a:lnSpc>
              <a:spcBef>
                <a:spcPts val="400"/>
              </a:spcBef>
              <a:spcAft>
                <a:spcPts val="0"/>
              </a:spcAft>
              <a:buClr>
                <a:srgbClr val="0857C3"/>
              </a:buClr>
              <a:buSzPts val="1200"/>
              <a:buFont typeface="Inter"/>
              <a:buNone/>
              <a:defRPr sz="1200">
                <a:solidFill>
                  <a:srgbClr val="0857C3"/>
                </a:solidFill>
                <a:latin typeface="Inter"/>
                <a:ea typeface="Inter"/>
                <a:cs typeface="Inter"/>
                <a:sym typeface="Inter"/>
              </a:defRPr>
            </a:lvl8pPr>
            <a:lvl9pPr lvl="8">
              <a:lnSpc>
                <a:spcPct val="90000"/>
              </a:lnSpc>
              <a:spcBef>
                <a:spcPts val="400"/>
              </a:spcBef>
              <a:spcAft>
                <a:spcPts val="0"/>
              </a:spcAft>
              <a:buClr>
                <a:srgbClr val="0857C3"/>
              </a:buClr>
              <a:buSzPts val="1200"/>
              <a:buFont typeface="Inter"/>
              <a:buNone/>
              <a:defRPr sz="1200">
                <a:solidFill>
                  <a:srgbClr val="0857C3"/>
                </a:solidFill>
                <a:latin typeface="Inter"/>
                <a:ea typeface="Inter"/>
                <a:cs typeface="Inter"/>
                <a:sym typeface="Inter"/>
              </a:defRPr>
            </a:lvl9pPr>
          </a:lstStyle>
          <a:p/>
        </p:txBody>
      </p:sp>
      <p:sp>
        <p:nvSpPr>
          <p:cNvPr id="107" name="Google Shape;107;p21"/>
          <p:cNvSpPr/>
          <p:nvPr>
            <p:ph idx="2" type="pic"/>
          </p:nvPr>
        </p:nvSpPr>
        <p:spPr>
          <a:xfrm>
            <a:off x="5032975" y="317500"/>
            <a:ext cx="3821700" cy="4515000"/>
          </a:xfrm>
          <a:prstGeom prst="roundRect">
            <a:avLst>
              <a:gd fmla="val 5846" name="adj"/>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8" name="Shape 108"/>
        <p:cNvGrpSpPr/>
        <p:nvPr/>
      </p:nvGrpSpPr>
      <p:grpSpPr>
        <a:xfrm>
          <a:off x="0" y="0"/>
          <a:ext cx="0" cy="0"/>
          <a:chOff x="0" y="0"/>
          <a:chExt cx="0" cy="0"/>
        </a:xfrm>
      </p:grpSpPr>
      <p:sp>
        <p:nvSpPr>
          <p:cNvPr id="109" name="Google Shape;109;p22"/>
          <p:cNvSpPr/>
          <p:nvPr/>
        </p:nvSpPr>
        <p:spPr>
          <a:xfrm>
            <a:off x="237975" y="243700"/>
            <a:ext cx="8670300" cy="4662000"/>
          </a:xfrm>
          <a:prstGeom prst="roundRect">
            <a:avLst>
              <a:gd fmla="val 4308" name="adj"/>
            </a:avLst>
          </a:prstGeom>
          <a:noFill/>
          <a:ln cap="flat" cmpd="sng" w="38100">
            <a:solidFill>
              <a:srgbClr val="71C4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22"/>
          <p:cNvSpPr txBox="1"/>
          <p:nvPr/>
        </p:nvSpPr>
        <p:spPr>
          <a:xfrm>
            <a:off x="355777"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sp>
        <p:nvSpPr>
          <p:cNvPr id="111" name="Google Shape;111;p22"/>
          <p:cNvSpPr/>
          <p:nvPr/>
        </p:nvSpPr>
        <p:spPr>
          <a:xfrm>
            <a:off x="7911749" y="394913"/>
            <a:ext cx="854192" cy="411790"/>
          </a:xfrm>
          <a:custGeom>
            <a:rect b="b" l="l" r="r" t="t"/>
            <a:pathLst>
              <a:path extrusionOk="0" h="1105476" w="2293134">
                <a:moveTo>
                  <a:pt x="0" y="0"/>
                </a:moveTo>
                <a:lnTo>
                  <a:pt x="2293134" y="0"/>
                </a:lnTo>
                <a:lnTo>
                  <a:pt x="2293134" y="1105476"/>
                </a:lnTo>
                <a:lnTo>
                  <a:pt x="0" y="1105476"/>
                </a:lnTo>
                <a:lnTo>
                  <a:pt x="0" y="0"/>
                </a:lnTo>
                <a:close/>
              </a:path>
            </a:pathLst>
          </a:custGeom>
          <a:blipFill rotWithShape="1">
            <a:blip r:embed="rId2">
              <a:alphaModFix/>
            </a:blip>
            <a:stretch>
              <a:fillRect b="-61039" l="-45169" r="-45169" t="-6105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600" u="none">
              <a:solidFill>
                <a:schemeClr val="dk1"/>
              </a:solidFill>
              <a:latin typeface="Arial"/>
              <a:ea typeface="Arial"/>
              <a:cs typeface="Arial"/>
              <a:sym typeface="Arial"/>
            </a:endParaRPr>
          </a:p>
        </p:txBody>
      </p:sp>
      <p:pic>
        <p:nvPicPr>
          <p:cNvPr id="112" name="Google Shape;112;p22"/>
          <p:cNvPicPr preferRelativeResize="0"/>
          <p:nvPr/>
        </p:nvPicPr>
        <p:blipFill rotWithShape="1">
          <a:blip r:embed="rId3">
            <a:alphaModFix/>
          </a:blip>
          <a:srcRect b="26810" l="0" r="0" t="26703"/>
          <a:stretch/>
        </p:blipFill>
        <p:spPr>
          <a:xfrm>
            <a:off x="413000" y="444299"/>
            <a:ext cx="1176199" cy="3075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OBJECT_1">
    <p:spTree>
      <p:nvGrpSpPr>
        <p:cNvPr id="113" name="Shape 113"/>
        <p:cNvGrpSpPr/>
        <p:nvPr/>
      </p:nvGrpSpPr>
      <p:grpSpPr>
        <a:xfrm>
          <a:off x="0" y="0"/>
          <a:ext cx="0" cy="0"/>
          <a:chOff x="0" y="0"/>
          <a:chExt cx="0" cy="0"/>
        </a:xfrm>
      </p:grpSpPr>
      <p:sp>
        <p:nvSpPr>
          <p:cNvPr id="114" name="Google Shape;114;p23"/>
          <p:cNvSpPr/>
          <p:nvPr/>
        </p:nvSpPr>
        <p:spPr>
          <a:xfrm>
            <a:off x="237975" y="243700"/>
            <a:ext cx="8670300" cy="4662000"/>
          </a:xfrm>
          <a:prstGeom prst="roundRect">
            <a:avLst>
              <a:gd fmla="val 4308" name="adj"/>
            </a:avLst>
          </a:prstGeom>
          <a:solidFill>
            <a:schemeClr val="lt1"/>
          </a:solidFill>
          <a:ln cap="flat" cmpd="sng" w="38100">
            <a:solidFill>
              <a:srgbClr val="307FE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23"/>
          <p:cNvSpPr txBox="1"/>
          <p:nvPr/>
        </p:nvSpPr>
        <p:spPr>
          <a:xfrm>
            <a:off x="355777"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sp>
        <p:nvSpPr>
          <p:cNvPr id="116" name="Google Shape;116;p23"/>
          <p:cNvSpPr/>
          <p:nvPr/>
        </p:nvSpPr>
        <p:spPr>
          <a:xfrm>
            <a:off x="7911749" y="394913"/>
            <a:ext cx="854192" cy="411790"/>
          </a:xfrm>
          <a:custGeom>
            <a:rect b="b" l="l" r="r" t="t"/>
            <a:pathLst>
              <a:path extrusionOk="0" h="1105476" w="2293134">
                <a:moveTo>
                  <a:pt x="0" y="0"/>
                </a:moveTo>
                <a:lnTo>
                  <a:pt x="2293134" y="0"/>
                </a:lnTo>
                <a:lnTo>
                  <a:pt x="2293134" y="1105476"/>
                </a:lnTo>
                <a:lnTo>
                  <a:pt x="0" y="1105476"/>
                </a:lnTo>
                <a:lnTo>
                  <a:pt x="0" y="0"/>
                </a:lnTo>
                <a:close/>
              </a:path>
            </a:pathLst>
          </a:custGeom>
          <a:blipFill rotWithShape="1">
            <a:blip r:embed="rId2">
              <a:alphaModFix/>
            </a:blip>
            <a:stretch>
              <a:fillRect b="-61039" l="-45169" r="-45169" t="-6105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600" u="none">
              <a:solidFill>
                <a:schemeClr val="dk1"/>
              </a:solidFill>
              <a:latin typeface="Arial"/>
              <a:ea typeface="Arial"/>
              <a:cs typeface="Arial"/>
              <a:sym typeface="Arial"/>
            </a:endParaRPr>
          </a:p>
        </p:txBody>
      </p:sp>
      <p:pic>
        <p:nvPicPr>
          <p:cNvPr id="117" name="Google Shape;117;p23"/>
          <p:cNvPicPr preferRelativeResize="0"/>
          <p:nvPr/>
        </p:nvPicPr>
        <p:blipFill rotWithShape="1">
          <a:blip r:embed="rId3">
            <a:alphaModFix/>
          </a:blip>
          <a:srcRect b="26810" l="0" r="0" t="26703"/>
          <a:stretch/>
        </p:blipFill>
        <p:spPr>
          <a:xfrm>
            <a:off x="413000" y="444299"/>
            <a:ext cx="1176199" cy="3075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8" name="Shape 118"/>
        <p:cNvGrpSpPr/>
        <p:nvPr/>
      </p:nvGrpSpPr>
      <p:grpSpPr>
        <a:xfrm>
          <a:off x="0" y="0"/>
          <a:ext cx="0" cy="0"/>
          <a:chOff x="0" y="0"/>
          <a:chExt cx="0" cy="0"/>
        </a:xfrm>
      </p:grpSpPr>
      <p:sp>
        <p:nvSpPr>
          <p:cNvPr id="119" name="Google Shape;119;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0" name="Google Shape;120;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1" name="Google Shape;121;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22" name="Google Shape;122;p24"/>
          <p:cNvSpPr/>
          <p:nvPr/>
        </p:nvSpPr>
        <p:spPr>
          <a:xfrm>
            <a:off x="7911749" y="394913"/>
            <a:ext cx="854192" cy="411790"/>
          </a:xfrm>
          <a:custGeom>
            <a:rect b="b" l="l" r="r" t="t"/>
            <a:pathLst>
              <a:path extrusionOk="0" h="1105476" w="2293134">
                <a:moveTo>
                  <a:pt x="0" y="0"/>
                </a:moveTo>
                <a:lnTo>
                  <a:pt x="2293134" y="0"/>
                </a:lnTo>
                <a:lnTo>
                  <a:pt x="2293134" y="1105476"/>
                </a:lnTo>
                <a:lnTo>
                  <a:pt x="0" y="1105476"/>
                </a:lnTo>
                <a:lnTo>
                  <a:pt x="0" y="0"/>
                </a:lnTo>
                <a:close/>
              </a:path>
            </a:pathLst>
          </a:custGeom>
          <a:blipFill rotWithShape="1">
            <a:blip r:embed="rId2">
              <a:alphaModFix/>
            </a:blip>
            <a:stretch>
              <a:fillRect b="-61039" l="-45169" r="-45169" t="-6105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600" u="none">
              <a:solidFill>
                <a:schemeClr val="dk1"/>
              </a:solidFill>
              <a:latin typeface="Arial"/>
              <a:ea typeface="Arial"/>
              <a:cs typeface="Arial"/>
              <a:sym typeface="Arial"/>
            </a:endParaRPr>
          </a:p>
        </p:txBody>
      </p:sp>
      <p:pic>
        <p:nvPicPr>
          <p:cNvPr id="123" name="Google Shape;123;p24"/>
          <p:cNvPicPr preferRelativeResize="0"/>
          <p:nvPr/>
        </p:nvPicPr>
        <p:blipFill rotWithShape="1">
          <a:blip r:embed="rId3">
            <a:alphaModFix/>
          </a:blip>
          <a:srcRect b="26810" l="0" r="0" t="26703"/>
          <a:stretch/>
        </p:blipFill>
        <p:spPr>
          <a:xfrm>
            <a:off x="413000" y="444299"/>
            <a:ext cx="1176199" cy="307575"/>
          </a:xfrm>
          <a:prstGeom prst="rect">
            <a:avLst/>
          </a:prstGeom>
          <a:noFill/>
          <a:ln>
            <a:noFill/>
          </a:ln>
        </p:spPr>
      </p:pic>
      <p:sp>
        <p:nvSpPr>
          <p:cNvPr id="124" name="Google Shape;124;p24"/>
          <p:cNvSpPr txBox="1"/>
          <p:nvPr/>
        </p:nvSpPr>
        <p:spPr>
          <a:xfrm>
            <a:off x="333377" y="46647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p:cSld name="TITLE_2_1">
    <p:bg>
      <p:bgPr>
        <a:solidFill>
          <a:srgbClr val="71C4E8"/>
        </a:solidFill>
      </p:bgPr>
    </p:bg>
    <p:spTree>
      <p:nvGrpSpPr>
        <p:cNvPr id="125" name="Shape 125"/>
        <p:cNvGrpSpPr/>
        <p:nvPr/>
      </p:nvGrpSpPr>
      <p:grpSpPr>
        <a:xfrm>
          <a:off x="0" y="0"/>
          <a:ext cx="0" cy="0"/>
          <a:chOff x="0" y="0"/>
          <a:chExt cx="0" cy="0"/>
        </a:xfrm>
      </p:grpSpPr>
      <p:sp>
        <p:nvSpPr>
          <p:cNvPr id="126" name="Google Shape;126;p25"/>
          <p:cNvSpPr/>
          <p:nvPr/>
        </p:nvSpPr>
        <p:spPr>
          <a:xfrm>
            <a:off x="237975" y="243700"/>
            <a:ext cx="8670300" cy="4662000"/>
          </a:xfrm>
          <a:prstGeom prst="roundRect">
            <a:avLst>
              <a:gd fmla="val 6461"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5"/>
          <p:cNvSpPr txBox="1"/>
          <p:nvPr/>
        </p:nvSpPr>
        <p:spPr>
          <a:xfrm>
            <a:off x="387900"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307FE2"/>
                </a:solidFill>
                <a:latin typeface="Inter"/>
                <a:ea typeface="Inter"/>
                <a:cs typeface="Inter"/>
                <a:sym typeface="Inter"/>
              </a:rPr>
              <a:t>|</a:t>
            </a:r>
            <a:r>
              <a:rPr i="1" lang="en-GB" sz="1000">
                <a:solidFill>
                  <a:srgbClr val="307FE2"/>
                </a:solidFill>
                <a:latin typeface="Inter"/>
                <a:ea typeface="Inter"/>
                <a:cs typeface="Inter"/>
                <a:sym typeface="Inter"/>
              </a:rPr>
              <a:t>Strictly confidential</a:t>
            </a:r>
            <a:endParaRPr i="1" sz="1000">
              <a:solidFill>
                <a:srgbClr val="307FE2"/>
              </a:solidFill>
              <a:latin typeface="Inter"/>
              <a:ea typeface="Inter"/>
              <a:cs typeface="Inter"/>
              <a:sym typeface="Inter"/>
            </a:endParaRPr>
          </a:p>
        </p:txBody>
      </p:sp>
      <p:pic>
        <p:nvPicPr>
          <p:cNvPr id="128" name="Google Shape;128;p25"/>
          <p:cNvPicPr preferRelativeResize="0"/>
          <p:nvPr/>
        </p:nvPicPr>
        <p:blipFill rotWithShape="1">
          <a:blip r:embed="rId2">
            <a:alphaModFix/>
          </a:blip>
          <a:srcRect b="12349" l="59526" r="0" t="19275"/>
          <a:stretch/>
        </p:blipFill>
        <p:spPr>
          <a:xfrm>
            <a:off x="8004575" y="365050"/>
            <a:ext cx="756302" cy="457150"/>
          </a:xfrm>
          <a:prstGeom prst="rect">
            <a:avLst/>
          </a:prstGeom>
          <a:noFill/>
          <a:ln>
            <a:noFill/>
          </a:ln>
        </p:spPr>
      </p:pic>
      <p:pic>
        <p:nvPicPr>
          <p:cNvPr id="129" name="Google Shape;129;p25"/>
          <p:cNvPicPr preferRelativeResize="0"/>
          <p:nvPr/>
        </p:nvPicPr>
        <p:blipFill rotWithShape="1">
          <a:blip r:embed="rId3">
            <a:alphaModFix/>
          </a:blip>
          <a:srcRect b="22788" l="0" r="0" t="22788"/>
          <a:stretch/>
        </p:blipFill>
        <p:spPr>
          <a:xfrm>
            <a:off x="387898" y="406325"/>
            <a:ext cx="1223624" cy="3746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p:cSld name="TITLE_2_1_1">
    <p:bg>
      <p:bgPr>
        <a:solidFill>
          <a:srgbClr val="307FE2"/>
        </a:solidFill>
      </p:bgPr>
    </p:bg>
    <p:spTree>
      <p:nvGrpSpPr>
        <p:cNvPr id="130" name="Shape 130"/>
        <p:cNvGrpSpPr/>
        <p:nvPr/>
      </p:nvGrpSpPr>
      <p:grpSpPr>
        <a:xfrm>
          <a:off x="0" y="0"/>
          <a:ext cx="0" cy="0"/>
          <a:chOff x="0" y="0"/>
          <a:chExt cx="0" cy="0"/>
        </a:xfrm>
      </p:grpSpPr>
      <p:sp>
        <p:nvSpPr>
          <p:cNvPr id="131" name="Google Shape;131;p26"/>
          <p:cNvSpPr/>
          <p:nvPr/>
        </p:nvSpPr>
        <p:spPr>
          <a:xfrm>
            <a:off x="237975" y="243700"/>
            <a:ext cx="8670300" cy="4662000"/>
          </a:xfrm>
          <a:prstGeom prst="roundRect">
            <a:avLst>
              <a:gd fmla="val 6461"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26"/>
          <p:cNvSpPr txBox="1"/>
          <p:nvPr/>
        </p:nvSpPr>
        <p:spPr>
          <a:xfrm>
            <a:off x="387900"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pic>
        <p:nvPicPr>
          <p:cNvPr id="133" name="Google Shape;133;p26"/>
          <p:cNvPicPr preferRelativeResize="0"/>
          <p:nvPr/>
        </p:nvPicPr>
        <p:blipFill rotWithShape="1">
          <a:blip r:embed="rId2">
            <a:alphaModFix/>
          </a:blip>
          <a:srcRect b="12349" l="59526" r="0" t="19275"/>
          <a:stretch/>
        </p:blipFill>
        <p:spPr>
          <a:xfrm>
            <a:off x="8004575" y="365050"/>
            <a:ext cx="756302" cy="457150"/>
          </a:xfrm>
          <a:prstGeom prst="rect">
            <a:avLst/>
          </a:prstGeom>
          <a:noFill/>
          <a:ln>
            <a:noFill/>
          </a:ln>
        </p:spPr>
      </p:pic>
      <p:pic>
        <p:nvPicPr>
          <p:cNvPr id="134" name="Google Shape;134;p26"/>
          <p:cNvPicPr preferRelativeResize="0"/>
          <p:nvPr/>
        </p:nvPicPr>
        <p:blipFill rotWithShape="1">
          <a:blip r:embed="rId3">
            <a:alphaModFix/>
          </a:blip>
          <a:srcRect b="22788" l="0" r="0" t="22788"/>
          <a:stretch/>
        </p:blipFill>
        <p:spPr>
          <a:xfrm>
            <a:off x="387898" y="406325"/>
            <a:ext cx="1223624" cy="3746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1 1">
  <p:cSld name="TITLE_2_1_1_1">
    <p:bg>
      <p:bgPr>
        <a:solidFill>
          <a:srgbClr val="0957C3"/>
        </a:solidFill>
      </p:bgPr>
    </p:bg>
    <p:spTree>
      <p:nvGrpSpPr>
        <p:cNvPr id="135" name="Shape 135"/>
        <p:cNvGrpSpPr/>
        <p:nvPr/>
      </p:nvGrpSpPr>
      <p:grpSpPr>
        <a:xfrm>
          <a:off x="0" y="0"/>
          <a:ext cx="0" cy="0"/>
          <a:chOff x="0" y="0"/>
          <a:chExt cx="0" cy="0"/>
        </a:xfrm>
      </p:grpSpPr>
      <p:sp>
        <p:nvSpPr>
          <p:cNvPr id="136" name="Google Shape;136;p27"/>
          <p:cNvSpPr/>
          <p:nvPr/>
        </p:nvSpPr>
        <p:spPr>
          <a:xfrm>
            <a:off x="237975" y="243700"/>
            <a:ext cx="8670300" cy="4662000"/>
          </a:xfrm>
          <a:prstGeom prst="roundRect">
            <a:avLst>
              <a:gd fmla="val 6461"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27"/>
          <p:cNvSpPr txBox="1"/>
          <p:nvPr/>
        </p:nvSpPr>
        <p:spPr>
          <a:xfrm>
            <a:off x="387900"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pic>
        <p:nvPicPr>
          <p:cNvPr id="138" name="Google Shape;138;p27"/>
          <p:cNvPicPr preferRelativeResize="0"/>
          <p:nvPr/>
        </p:nvPicPr>
        <p:blipFill rotWithShape="1">
          <a:blip r:embed="rId2">
            <a:alphaModFix/>
          </a:blip>
          <a:srcRect b="12349" l="59526" r="0" t="19275"/>
          <a:stretch/>
        </p:blipFill>
        <p:spPr>
          <a:xfrm>
            <a:off x="8004575" y="365050"/>
            <a:ext cx="756302" cy="457150"/>
          </a:xfrm>
          <a:prstGeom prst="rect">
            <a:avLst/>
          </a:prstGeom>
          <a:noFill/>
          <a:ln>
            <a:noFill/>
          </a:ln>
        </p:spPr>
      </p:pic>
      <p:pic>
        <p:nvPicPr>
          <p:cNvPr id="139" name="Google Shape;139;p27"/>
          <p:cNvPicPr preferRelativeResize="0"/>
          <p:nvPr/>
        </p:nvPicPr>
        <p:blipFill rotWithShape="1">
          <a:blip r:embed="rId3">
            <a:alphaModFix/>
          </a:blip>
          <a:srcRect b="22788" l="0" r="0" t="22788"/>
          <a:stretch/>
        </p:blipFill>
        <p:spPr>
          <a:xfrm>
            <a:off x="387898" y="406325"/>
            <a:ext cx="1223624" cy="37460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solidFill>
          <a:srgbClr val="307FE2"/>
        </a:solidFill>
      </p:bgPr>
    </p:bg>
    <p:spTree>
      <p:nvGrpSpPr>
        <p:cNvPr id="140" name="Shape 140"/>
        <p:cNvGrpSpPr/>
        <p:nvPr/>
      </p:nvGrpSpPr>
      <p:grpSpPr>
        <a:xfrm>
          <a:off x="0" y="0"/>
          <a:ext cx="0" cy="0"/>
          <a:chOff x="0" y="0"/>
          <a:chExt cx="0" cy="0"/>
        </a:xfrm>
      </p:grpSpPr>
      <p:sp>
        <p:nvSpPr>
          <p:cNvPr id="141" name="Google Shape;141;p2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2" name="Google Shape;142;p2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3" name="Google Shape;143;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44" name="Google Shape;144;p28"/>
          <p:cNvSpPr txBox="1"/>
          <p:nvPr/>
        </p:nvSpPr>
        <p:spPr>
          <a:xfrm>
            <a:off x="387900"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pic>
        <p:nvPicPr>
          <p:cNvPr id="145" name="Google Shape;145;p28"/>
          <p:cNvPicPr preferRelativeResize="0"/>
          <p:nvPr/>
        </p:nvPicPr>
        <p:blipFill rotWithShape="1">
          <a:blip r:embed="rId2">
            <a:alphaModFix/>
          </a:blip>
          <a:srcRect b="12349" l="59526" r="0" t="19275"/>
          <a:stretch/>
        </p:blipFill>
        <p:spPr>
          <a:xfrm>
            <a:off x="8004575" y="365050"/>
            <a:ext cx="756302" cy="457150"/>
          </a:xfrm>
          <a:prstGeom prst="rect">
            <a:avLst/>
          </a:prstGeom>
          <a:noFill/>
          <a:ln>
            <a:noFill/>
          </a:ln>
        </p:spPr>
      </p:pic>
      <p:pic>
        <p:nvPicPr>
          <p:cNvPr id="146" name="Google Shape;146;p28"/>
          <p:cNvPicPr preferRelativeResize="0"/>
          <p:nvPr/>
        </p:nvPicPr>
        <p:blipFill rotWithShape="1">
          <a:blip r:embed="rId3">
            <a:alphaModFix/>
          </a:blip>
          <a:srcRect b="22788" l="0" r="0" t="22788"/>
          <a:stretch/>
        </p:blipFill>
        <p:spPr>
          <a:xfrm>
            <a:off x="387898" y="406325"/>
            <a:ext cx="1223624" cy="3746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bg>
      <p:bgPr>
        <a:solidFill>
          <a:srgbClr val="71C4E8"/>
        </a:solidFill>
      </p:bgPr>
    </p:bg>
    <p:spTree>
      <p:nvGrpSpPr>
        <p:cNvPr id="147" name="Shape 147"/>
        <p:cNvGrpSpPr/>
        <p:nvPr/>
      </p:nvGrpSpPr>
      <p:grpSpPr>
        <a:xfrm>
          <a:off x="0" y="0"/>
          <a:ext cx="0" cy="0"/>
          <a:chOff x="0" y="0"/>
          <a:chExt cx="0" cy="0"/>
        </a:xfrm>
      </p:grpSpPr>
      <p:sp>
        <p:nvSpPr>
          <p:cNvPr id="148" name="Google Shape;148;p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9" name="Google Shape;149;p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0" name="Google Shape;150;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pic>
        <p:nvPicPr>
          <p:cNvPr id="151" name="Google Shape;151;p29"/>
          <p:cNvPicPr preferRelativeResize="0"/>
          <p:nvPr/>
        </p:nvPicPr>
        <p:blipFill rotWithShape="1">
          <a:blip r:embed="rId2">
            <a:alphaModFix/>
          </a:blip>
          <a:srcRect b="12349" l="59526" r="0" t="19275"/>
          <a:stretch/>
        </p:blipFill>
        <p:spPr>
          <a:xfrm>
            <a:off x="8004575" y="365050"/>
            <a:ext cx="756302" cy="457150"/>
          </a:xfrm>
          <a:prstGeom prst="rect">
            <a:avLst/>
          </a:prstGeom>
          <a:noFill/>
          <a:ln>
            <a:noFill/>
          </a:ln>
        </p:spPr>
      </p:pic>
      <p:pic>
        <p:nvPicPr>
          <p:cNvPr id="152" name="Google Shape;152;p29"/>
          <p:cNvPicPr preferRelativeResize="0"/>
          <p:nvPr/>
        </p:nvPicPr>
        <p:blipFill rotWithShape="1">
          <a:blip r:embed="rId3">
            <a:alphaModFix/>
          </a:blip>
          <a:srcRect b="22788" l="0" r="0" t="22788"/>
          <a:stretch/>
        </p:blipFill>
        <p:spPr>
          <a:xfrm>
            <a:off x="387898" y="406325"/>
            <a:ext cx="1223624" cy="374600"/>
          </a:xfrm>
          <a:prstGeom prst="rect">
            <a:avLst/>
          </a:prstGeom>
          <a:noFill/>
          <a:ln>
            <a:noFill/>
          </a:ln>
        </p:spPr>
      </p:pic>
      <p:sp>
        <p:nvSpPr>
          <p:cNvPr id="153" name="Google Shape;153;p29"/>
          <p:cNvSpPr txBox="1"/>
          <p:nvPr/>
        </p:nvSpPr>
        <p:spPr>
          <a:xfrm>
            <a:off x="355777"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307FE2"/>
                </a:solidFill>
                <a:latin typeface="Inter"/>
                <a:ea typeface="Inter"/>
                <a:cs typeface="Inter"/>
                <a:sym typeface="Inter"/>
              </a:rPr>
              <a:t>|</a:t>
            </a:r>
            <a:r>
              <a:rPr i="1" lang="en-GB" sz="1000">
                <a:solidFill>
                  <a:srgbClr val="307FE2"/>
                </a:solidFill>
                <a:latin typeface="Inter"/>
                <a:ea typeface="Inter"/>
                <a:cs typeface="Inter"/>
                <a:sym typeface="Inter"/>
              </a:rPr>
              <a:t>Strictly confidential</a:t>
            </a:r>
            <a:endParaRPr i="1" sz="1000">
              <a:solidFill>
                <a:srgbClr val="307FE2"/>
              </a:solidFill>
              <a:latin typeface="Inter"/>
              <a:ea typeface="Inter"/>
              <a:cs typeface="Inter"/>
              <a:sym typeface="Inte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4" name="Shape 154"/>
        <p:cNvGrpSpPr/>
        <p:nvPr/>
      </p:nvGrpSpPr>
      <p:grpSpPr>
        <a:xfrm>
          <a:off x="0" y="0"/>
          <a:ext cx="0" cy="0"/>
          <a:chOff x="0" y="0"/>
          <a:chExt cx="0" cy="0"/>
        </a:xfrm>
      </p:grpSpPr>
      <p:sp>
        <p:nvSpPr>
          <p:cNvPr id="155" name="Google Shape;155;p3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6" name="Google Shape;156;p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7" name="Google Shape;157;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grpSp>
        <p:nvGrpSpPr>
          <p:cNvPr id="158" name="Google Shape;158;p30"/>
          <p:cNvGrpSpPr/>
          <p:nvPr/>
        </p:nvGrpSpPr>
        <p:grpSpPr>
          <a:xfrm>
            <a:off x="237965" y="165636"/>
            <a:ext cx="8668094" cy="4739806"/>
            <a:chOff x="0" y="-38100"/>
            <a:chExt cx="4566000" cy="2496737"/>
          </a:xfrm>
        </p:grpSpPr>
        <p:sp>
          <p:nvSpPr>
            <p:cNvPr id="159" name="Google Shape;159;p30"/>
            <p:cNvSpPr/>
            <p:nvPr/>
          </p:nvSpPr>
          <p:spPr>
            <a:xfrm>
              <a:off x="0" y="0"/>
              <a:ext cx="4565896" cy="2458637"/>
            </a:xfrm>
            <a:custGeom>
              <a:rect b="b" l="l" r="r" t="t"/>
              <a:pathLst>
                <a:path extrusionOk="0" h="2458637" w="4565896">
                  <a:moveTo>
                    <a:pt x="32600" y="0"/>
                  </a:moveTo>
                  <a:lnTo>
                    <a:pt x="4533297" y="0"/>
                  </a:lnTo>
                  <a:cubicBezTo>
                    <a:pt x="4551301" y="0"/>
                    <a:pt x="4565896" y="14596"/>
                    <a:pt x="4565896" y="32600"/>
                  </a:cubicBezTo>
                  <a:lnTo>
                    <a:pt x="4565896" y="2426037"/>
                  </a:lnTo>
                  <a:cubicBezTo>
                    <a:pt x="4565896" y="2444042"/>
                    <a:pt x="4551301" y="2458637"/>
                    <a:pt x="4533297" y="2458637"/>
                  </a:cubicBezTo>
                  <a:lnTo>
                    <a:pt x="32600" y="2458637"/>
                  </a:lnTo>
                  <a:cubicBezTo>
                    <a:pt x="14596" y="2458637"/>
                    <a:pt x="0" y="2444042"/>
                    <a:pt x="0" y="2426037"/>
                  </a:cubicBezTo>
                  <a:lnTo>
                    <a:pt x="0" y="32600"/>
                  </a:lnTo>
                  <a:cubicBezTo>
                    <a:pt x="0" y="14596"/>
                    <a:pt x="14596" y="0"/>
                    <a:pt x="32600" y="0"/>
                  </a:cubicBezTo>
                  <a:close/>
                </a:path>
              </a:pathLst>
            </a:custGeom>
            <a:solidFill>
              <a:srgbClr val="0857C3"/>
            </a:solidFill>
            <a:ln cap="rnd" cmpd="sng" w="171450">
              <a:solidFill>
                <a:srgbClr val="71C4E7"/>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0" name="Google Shape;160;p30"/>
            <p:cNvSpPr txBox="1"/>
            <p:nvPr/>
          </p:nvSpPr>
          <p:spPr>
            <a:xfrm>
              <a:off x="0" y="-38100"/>
              <a:ext cx="4566000" cy="24966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sz="900">
                <a:solidFill>
                  <a:srgbClr val="0857C3"/>
                </a:solidFill>
                <a:latin typeface="Calibri"/>
                <a:ea typeface="Calibri"/>
                <a:cs typeface="Calibri"/>
                <a:sym typeface="Calibri"/>
              </a:endParaRPr>
            </a:p>
            <a:p>
              <a:pPr indent="0" lvl="0" marL="0" marR="0" rtl="0" algn="ctr">
                <a:lnSpc>
                  <a:spcPct val="147722"/>
                </a:lnSpc>
                <a:spcBef>
                  <a:spcPts val="0"/>
                </a:spcBef>
                <a:spcAft>
                  <a:spcPts val="0"/>
                </a:spcAft>
                <a:buNone/>
              </a:pPr>
              <a:r>
                <a:t/>
              </a:r>
              <a:endParaRPr sz="900">
                <a:solidFill>
                  <a:srgbClr val="0857C3"/>
                </a:solidFill>
                <a:latin typeface="Calibri"/>
                <a:ea typeface="Calibri"/>
                <a:cs typeface="Calibri"/>
                <a:sym typeface="Calibri"/>
              </a:endParaRPr>
            </a:p>
            <a:p>
              <a:pPr indent="0" lvl="0" marL="0" marR="0" rtl="0" algn="ctr">
                <a:lnSpc>
                  <a:spcPct val="147722"/>
                </a:lnSpc>
                <a:spcBef>
                  <a:spcPts val="0"/>
                </a:spcBef>
                <a:spcAft>
                  <a:spcPts val="0"/>
                </a:spcAft>
                <a:buNone/>
              </a:pPr>
              <a:r>
                <a:t/>
              </a:r>
              <a:endParaRPr sz="900">
                <a:solidFill>
                  <a:srgbClr val="0857C3"/>
                </a:solidFill>
                <a:latin typeface="Calibri"/>
                <a:ea typeface="Calibri"/>
                <a:cs typeface="Calibri"/>
                <a:sym typeface="Calibri"/>
              </a:endParaRPr>
            </a:p>
          </p:txBody>
        </p:sp>
      </p:grpSp>
      <p:pic>
        <p:nvPicPr>
          <p:cNvPr id="161" name="Google Shape;161;p30"/>
          <p:cNvPicPr preferRelativeResize="0"/>
          <p:nvPr/>
        </p:nvPicPr>
        <p:blipFill rotWithShape="1">
          <a:blip r:embed="rId2">
            <a:alphaModFix/>
          </a:blip>
          <a:srcRect b="0" l="59526" r="0" t="19277"/>
          <a:stretch/>
        </p:blipFill>
        <p:spPr>
          <a:xfrm>
            <a:off x="7958900" y="376575"/>
            <a:ext cx="756302" cy="539699"/>
          </a:xfrm>
          <a:prstGeom prst="rect">
            <a:avLst/>
          </a:prstGeom>
          <a:noFill/>
          <a:ln>
            <a:noFill/>
          </a:ln>
        </p:spPr>
      </p:pic>
      <p:pic>
        <p:nvPicPr>
          <p:cNvPr id="162" name="Google Shape;162;p30"/>
          <p:cNvPicPr preferRelativeResize="0"/>
          <p:nvPr/>
        </p:nvPicPr>
        <p:blipFill rotWithShape="1">
          <a:blip r:embed="rId3">
            <a:alphaModFix/>
          </a:blip>
          <a:srcRect b="22788" l="0" r="0" t="22788"/>
          <a:stretch/>
        </p:blipFill>
        <p:spPr>
          <a:xfrm>
            <a:off x="435103" y="438775"/>
            <a:ext cx="1117625" cy="342150"/>
          </a:xfrm>
          <a:prstGeom prst="rect">
            <a:avLst/>
          </a:prstGeom>
          <a:noFill/>
          <a:ln>
            <a:noFill/>
          </a:ln>
        </p:spPr>
      </p:pic>
      <p:sp>
        <p:nvSpPr>
          <p:cNvPr id="163" name="Google Shape;163;p30"/>
          <p:cNvSpPr txBox="1"/>
          <p:nvPr/>
        </p:nvSpPr>
        <p:spPr>
          <a:xfrm>
            <a:off x="355777"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bg>
      <p:bgPr>
        <a:solidFill>
          <a:srgbClr val="71C4E8"/>
        </a:solidFill>
      </p:bgPr>
    </p:bg>
    <p:spTree>
      <p:nvGrpSpPr>
        <p:cNvPr id="164" name="Shape 164"/>
        <p:cNvGrpSpPr/>
        <p:nvPr/>
      </p:nvGrpSpPr>
      <p:grpSpPr>
        <a:xfrm>
          <a:off x="0" y="0"/>
          <a:ext cx="0" cy="0"/>
          <a:chOff x="0" y="0"/>
          <a:chExt cx="0" cy="0"/>
        </a:xfrm>
      </p:grpSpPr>
      <p:sp>
        <p:nvSpPr>
          <p:cNvPr id="165" name="Google Shape;165;p3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6" name="Google Shape;166;p3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7" name="Google Shape;167;p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68" name="Google Shape;168;p31"/>
          <p:cNvSpPr/>
          <p:nvPr/>
        </p:nvSpPr>
        <p:spPr>
          <a:xfrm>
            <a:off x="237975" y="243700"/>
            <a:ext cx="8670300" cy="4662000"/>
          </a:xfrm>
          <a:prstGeom prst="roundRect">
            <a:avLst>
              <a:gd fmla="val 64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31"/>
          <p:cNvSpPr/>
          <p:nvPr/>
        </p:nvSpPr>
        <p:spPr>
          <a:xfrm>
            <a:off x="7911749" y="394913"/>
            <a:ext cx="854192" cy="411790"/>
          </a:xfrm>
          <a:custGeom>
            <a:rect b="b" l="l" r="r" t="t"/>
            <a:pathLst>
              <a:path extrusionOk="0" h="1105476" w="2293134">
                <a:moveTo>
                  <a:pt x="0" y="0"/>
                </a:moveTo>
                <a:lnTo>
                  <a:pt x="2293134" y="0"/>
                </a:lnTo>
                <a:lnTo>
                  <a:pt x="2293134" y="1105476"/>
                </a:lnTo>
                <a:lnTo>
                  <a:pt x="0" y="1105476"/>
                </a:lnTo>
                <a:lnTo>
                  <a:pt x="0" y="0"/>
                </a:lnTo>
                <a:close/>
              </a:path>
            </a:pathLst>
          </a:custGeom>
          <a:blipFill rotWithShape="1">
            <a:blip r:embed="rId2">
              <a:alphaModFix/>
            </a:blip>
            <a:stretch>
              <a:fillRect b="-61039" l="-45169" r="-45169" t="-6105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600" u="none">
              <a:solidFill>
                <a:schemeClr val="dk1"/>
              </a:solidFill>
              <a:latin typeface="Arial"/>
              <a:ea typeface="Arial"/>
              <a:cs typeface="Arial"/>
              <a:sym typeface="Arial"/>
            </a:endParaRPr>
          </a:p>
        </p:txBody>
      </p:sp>
      <p:pic>
        <p:nvPicPr>
          <p:cNvPr id="170" name="Google Shape;170;p31"/>
          <p:cNvPicPr preferRelativeResize="0"/>
          <p:nvPr/>
        </p:nvPicPr>
        <p:blipFill rotWithShape="1">
          <a:blip r:embed="rId3">
            <a:alphaModFix/>
          </a:blip>
          <a:srcRect b="26810" l="0" r="0" t="26703"/>
          <a:stretch/>
        </p:blipFill>
        <p:spPr>
          <a:xfrm>
            <a:off x="413000" y="444299"/>
            <a:ext cx="1176199" cy="307575"/>
          </a:xfrm>
          <a:prstGeom prst="rect">
            <a:avLst/>
          </a:prstGeom>
          <a:noFill/>
          <a:ln>
            <a:noFill/>
          </a:ln>
        </p:spPr>
      </p:pic>
      <p:sp>
        <p:nvSpPr>
          <p:cNvPr id="171" name="Google Shape;171;p31"/>
          <p:cNvSpPr txBox="1"/>
          <p:nvPr/>
        </p:nvSpPr>
        <p:spPr>
          <a:xfrm>
            <a:off x="355777"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solidFill>
          <a:srgbClr val="307FE2"/>
        </a:solidFill>
      </p:bgPr>
    </p:bg>
    <p:spTree>
      <p:nvGrpSpPr>
        <p:cNvPr id="172" name="Shape 172"/>
        <p:cNvGrpSpPr/>
        <p:nvPr/>
      </p:nvGrpSpPr>
      <p:grpSpPr>
        <a:xfrm>
          <a:off x="0" y="0"/>
          <a:ext cx="0" cy="0"/>
          <a:chOff x="0" y="0"/>
          <a:chExt cx="0" cy="0"/>
        </a:xfrm>
      </p:grpSpPr>
      <p:sp>
        <p:nvSpPr>
          <p:cNvPr id="173" name="Google Shape;173;p3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4" name="Google Shape;174;p3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5" name="Google Shape;175;p3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76" name="Google Shape;176;p32"/>
          <p:cNvSpPr/>
          <p:nvPr/>
        </p:nvSpPr>
        <p:spPr>
          <a:xfrm>
            <a:off x="237975" y="243700"/>
            <a:ext cx="8670300" cy="4662000"/>
          </a:xfrm>
          <a:prstGeom prst="roundRect">
            <a:avLst>
              <a:gd fmla="val 64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32"/>
          <p:cNvSpPr/>
          <p:nvPr/>
        </p:nvSpPr>
        <p:spPr>
          <a:xfrm>
            <a:off x="7911749" y="394913"/>
            <a:ext cx="854192" cy="411790"/>
          </a:xfrm>
          <a:custGeom>
            <a:rect b="b" l="l" r="r" t="t"/>
            <a:pathLst>
              <a:path extrusionOk="0" h="1105476" w="2293134">
                <a:moveTo>
                  <a:pt x="0" y="0"/>
                </a:moveTo>
                <a:lnTo>
                  <a:pt x="2293134" y="0"/>
                </a:lnTo>
                <a:lnTo>
                  <a:pt x="2293134" y="1105476"/>
                </a:lnTo>
                <a:lnTo>
                  <a:pt x="0" y="1105476"/>
                </a:lnTo>
                <a:lnTo>
                  <a:pt x="0" y="0"/>
                </a:lnTo>
                <a:close/>
              </a:path>
            </a:pathLst>
          </a:custGeom>
          <a:blipFill rotWithShape="1">
            <a:blip r:embed="rId2">
              <a:alphaModFix/>
            </a:blip>
            <a:stretch>
              <a:fillRect b="-61039" l="-45169" r="-45169" t="-6105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600" u="none">
              <a:solidFill>
                <a:schemeClr val="dk1"/>
              </a:solidFill>
              <a:latin typeface="Arial"/>
              <a:ea typeface="Arial"/>
              <a:cs typeface="Arial"/>
              <a:sym typeface="Arial"/>
            </a:endParaRPr>
          </a:p>
        </p:txBody>
      </p:sp>
      <p:pic>
        <p:nvPicPr>
          <p:cNvPr id="178" name="Google Shape;178;p32"/>
          <p:cNvPicPr preferRelativeResize="0"/>
          <p:nvPr/>
        </p:nvPicPr>
        <p:blipFill rotWithShape="1">
          <a:blip r:embed="rId3">
            <a:alphaModFix/>
          </a:blip>
          <a:srcRect b="26810" l="0" r="0" t="26703"/>
          <a:stretch/>
        </p:blipFill>
        <p:spPr>
          <a:xfrm>
            <a:off x="413000" y="444299"/>
            <a:ext cx="1176199" cy="307575"/>
          </a:xfrm>
          <a:prstGeom prst="rect">
            <a:avLst/>
          </a:prstGeom>
          <a:noFill/>
          <a:ln>
            <a:noFill/>
          </a:ln>
        </p:spPr>
      </p:pic>
      <p:sp>
        <p:nvSpPr>
          <p:cNvPr id="179" name="Google Shape;179;p32"/>
          <p:cNvSpPr txBox="1"/>
          <p:nvPr/>
        </p:nvSpPr>
        <p:spPr>
          <a:xfrm>
            <a:off x="355777"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bg>
      <p:bgPr>
        <a:solidFill>
          <a:srgbClr val="0957C3"/>
        </a:solidFill>
      </p:bgPr>
    </p:bg>
    <p:spTree>
      <p:nvGrpSpPr>
        <p:cNvPr id="180" name="Shape 180"/>
        <p:cNvGrpSpPr/>
        <p:nvPr/>
      </p:nvGrpSpPr>
      <p:grpSpPr>
        <a:xfrm>
          <a:off x="0" y="0"/>
          <a:ext cx="0" cy="0"/>
          <a:chOff x="0" y="0"/>
          <a:chExt cx="0" cy="0"/>
        </a:xfrm>
      </p:grpSpPr>
      <p:sp>
        <p:nvSpPr>
          <p:cNvPr id="181" name="Google Shape;181;p3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2" name="Google Shape;182;p3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3" name="Google Shape;183;p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84" name="Google Shape;184;p33"/>
          <p:cNvSpPr/>
          <p:nvPr/>
        </p:nvSpPr>
        <p:spPr>
          <a:xfrm>
            <a:off x="237975" y="243700"/>
            <a:ext cx="8670300" cy="4662000"/>
          </a:xfrm>
          <a:prstGeom prst="roundRect">
            <a:avLst>
              <a:gd fmla="val 646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33"/>
          <p:cNvSpPr/>
          <p:nvPr/>
        </p:nvSpPr>
        <p:spPr>
          <a:xfrm>
            <a:off x="7911749" y="394913"/>
            <a:ext cx="854192" cy="411790"/>
          </a:xfrm>
          <a:custGeom>
            <a:rect b="b" l="l" r="r" t="t"/>
            <a:pathLst>
              <a:path extrusionOk="0" h="1105476" w="2293134">
                <a:moveTo>
                  <a:pt x="0" y="0"/>
                </a:moveTo>
                <a:lnTo>
                  <a:pt x="2293134" y="0"/>
                </a:lnTo>
                <a:lnTo>
                  <a:pt x="2293134" y="1105476"/>
                </a:lnTo>
                <a:lnTo>
                  <a:pt x="0" y="1105476"/>
                </a:lnTo>
                <a:lnTo>
                  <a:pt x="0" y="0"/>
                </a:lnTo>
                <a:close/>
              </a:path>
            </a:pathLst>
          </a:custGeom>
          <a:blipFill rotWithShape="1">
            <a:blip r:embed="rId2">
              <a:alphaModFix/>
            </a:blip>
            <a:stretch>
              <a:fillRect b="-61039" l="-45169" r="-45169" t="-6105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600" u="none">
              <a:solidFill>
                <a:schemeClr val="dk1"/>
              </a:solidFill>
              <a:latin typeface="Arial"/>
              <a:ea typeface="Arial"/>
              <a:cs typeface="Arial"/>
              <a:sym typeface="Arial"/>
            </a:endParaRPr>
          </a:p>
        </p:txBody>
      </p:sp>
      <p:pic>
        <p:nvPicPr>
          <p:cNvPr id="186" name="Google Shape;186;p33"/>
          <p:cNvPicPr preferRelativeResize="0"/>
          <p:nvPr/>
        </p:nvPicPr>
        <p:blipFill rotWithShape="1">
          <a:blip r:embed="rId3">
            <a:alphaModFix/>
          </a:blip>
          <a:srcRect b="26810" l="0" r="0" t="26703"/>
          <a:stretch/>
        </p:blipFill>
        <p:spPr>
          <a:xfrm>
            <a:off x="413000" y="444299"/>
            <a:ext cx="1176199" cy="307575"/>
          </a:xfrm>
          <a:prstGeom prst="rect">
            <a:avLst/>
          </a:prstGeom>
          <a:noFill/>
          <a:ln>
            <a:noFill/>
          </a:ln>
        </p:spPr>
      </p:pic>
      <p:sp>
        <p:nvSpPr>
          <p:cNvPr id="187" name="Google Shape;187;p33"/>
          <p:cNvSpPr txBox="1"/>
          <p:nvPr/>
        </p:nvSpPr>
        <p:spPr>
          <a:xfrm>
            <a:off x="355777"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bg>
      <p:bgPr>
        <a:solidFill>
          <a:srgbClr val="71C4E8"/>
        </a:solidFill>
      </p:bgPr>
    </p:bg>
    <p:spTree>
      <p:nvGrpSpPr>
        <p:cNvPr id="188" name="Shape 188"/>
        <p:cNvGrpSpPr/>
        <p:nvPr/>
      </p:nvGrpSpPr>
      <p:grpSpPr>
        <a:xfrm>
          <a:off x="0" y="0"/>
          <a:ext cx="0" cy="0"/>
          <a:chOff x="0" y="0"/>
          <a:chExt cx="0" cy="0"/>
        </a:xfrm>
      </p:grpSpPr>
      <p:sp>
        <p:nvSpPr>
          <p:cNvPr id="189" name="Google Shape;189;p3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0" name="Google Shape;190;p3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1" name="Google Shape;191;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92" name="Google Shape;192;p34"/>
          <p:cNvSpPr/>
          <p:nvPr/>
        </p:nvSpPr>
        <p:spPr>
          <a:xfrm>
            <a:off x="237975" y="243700"/>
            <a:ext cx="8670300" cy="4662000"/>
          </a:xfrm>
          <a:prstGeom prst="roundRect">
            <a:avLst>
              <a:gd fmla="val 6461" name="adj"/>
            </a:avLst>
          </a:prstGeom>
          <a:solidFill>
            <a:srgbClr val="307F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3" name="Google Shape;193;p34"/>
          <p:cNvPicPr preferRelativeResize="0"/>
          <p:nvPr/>
        </p:nvPicPr>
        <p:blipFill rotWithShape="1">
          <a:blip r:embed="rId2">
            <a:alphaModFix/>
          </a:blip>
          <a:srcRect b="12349" l="59526" r="0" t="19275"/>
          <a:stretch/>
        </p:blipFill>
        <p:spPr>
          <a:xfrm>
            <a:off x="7911650" y="365050"/>
            <a:ext cx="756302" cy="457150"/>
          </a:xfrm>
          <a:prstGeom prst="rect">
            <a:avLst/>
          </a:prstGeom>
          <a:noFill/>
          <a:ln>
            <a:noFill/>
          </a:ln>
        </p:spPr>
      </p:pic>
      <p:pic>
        <p:nvPicPr>
          <p:cNvPr id="194" name="Google Shape;194;p34"/>
          <p:cNvPicPr preferRelativeResize="0"/>
          <p:nvPr/>
        </p:nvPicPr>
        <p:blipFill rotWithShape="1">
          <a:blip r:embed="rId3">
            <a:alphaModFix/>
          </a:blip>
          <a:srcRect b="22788" l="0" r="0" t="22788"/>
          <a:stretch/>
        </p:blipFill>
        <p:spPr>
          <a:xfrm>
            <a:off x="4891423" y="406325"/>
            <a:ext cx="1223624" cy="374600"/>
          </a:xfrm>
          <a:prstGeom prst="rect">
            <a:avLst/>
          </a:prstGeom>
          <a:noFill/>
          <a:ln>
            <a:noFill/>
          </a:ln>
        </p:spPr>
      </p:pic>
      <p:sp>
        <p:nvSpPr>
          <p:cNvPr id="195" name="Google Shape;195;p34"/>
          <p:cNvSpPr/>
          <p:nvPr>
            <p:ph idx="2" type="pic"/>
          </p:nvPr>
        </p:nvSpPr>
        <p:spPr>
          <a:xfrm rot="-5400000">
            <a:off x="123725" y="354500"/>
            <a:ext cx="4656000" cy="4438800"/>
          </a:xfrm>
          <a:prstGeom prst="round2SameRect">
            <a:avLst>
              <a:gd fmla="val 6760" name="adj1"/>
              <a:gd fmla="val 0" name="adj2"/>
            </a:avLst>
          </a:prstGeom>
          <a:noFill/>
          <a:ln>
            <a:noFill/>
          </a:ln>
        </p:spPr>
      </p:sp>
      <p:sp>
        <p:nvSpPr>
          <p:cNvPr id="196" name="Google Shape;196;p34"/>
          <p:cNvSpPr txBox="1"/>
          <p:nvPr>
            <p:ph type="ctrTitle"/>
          </p:nvPr>
        </p:nvSpPr>
        <p:spPr>
          <a:xfrm>
            <a:off x="4891424" y="1312125"/>
            <a:ext cx="3776400" cy="1790700"/>
          </a:xfrm>
          <a:prstGeom prst="rect">
            <a:avLst/>
          </a:prstGeom>
        </p:spPr>
        <p:txBody>
          <a:bodyPr anchorCtr="0" anchor="ctr" bIns="34275" lIns="68575" spcFirstLastPara="1" rIns="68575" wrap="square" tIns="34275">
            <a:normAutofit/>
          </a:bodyPr>
          <a:lstStyle>
            <a:lvl1pPr lvl="0">
              <a:spcBef>
                <a:spcPts val="0"/>
              </a:spcBef>
              <a:spcAft>
                <a:spcPts val="0"/>
              </a:spcAft>
              <a:buNone/>
              <a:defRPr>
                <a:solidFill>
                  <a:schemeClr val="lt1"/>
                </a:solidFill>
                <a:latin typeface="Inter SemiBold"/>
                <a:ea typeface="Inter SemiBold"/>
                <a:cs typeface="Inter SemiBold"/>
                <a:sym typeface="Inter SemiBold"/>
              </a:defRPr>
            </a:lvl1pPr>
            <a:lvl2pPr lvl="1">
              <a:spcBef>
                <a:spcPts val="0"/>
              </a:spcBef>
              <a:spcAft>
                <a:spcPts val="0"/>
              </a:spcAft>
              <a:buNone/>
              <a:defRPr>
                <a:solidFill>
                  <a:schemeClr val="lt1"/>
                </a:solidFill>
                <a:latin typeface="Inter"/>
                <a:ea typeface="Inter"/>
                <a:cs typeface="Inter"/>
                <a:sym typeface="Inter"/>
              </a:defRPr>
            </a:lvl2pPr>
            <a:lvl3pPr lvl="2">
              <a:spcBef>
                <a:spcPts val="0"/>
              </a:spcBef>
              <a:spcAft>
                <a:spcPts val="0"/>
              </a:spcAft>
              <a:buNone/>
              <a:defRPr>
                <a:solidFill>
                  <a:schemeClr val="lt1"/>
                </a:solidFill>
                <a:latin typeface="Inter"/>
                <a:ea typeface="Inter"/>
                <a:cs typeface="Inter"/>
                <a:sym typeface="Inter"/>
              </a:defRPr>
            </a:lvl3pPr>
            <a:lvl4pPr lvl="3">
              <a:spcBef>
                <a:spcPts val="0"/>
              </a:spcBef>
              <a:spcAft>
                <a:spcPts val="0"/>
              </a:spcAft>
              <a:buNone/>
              <a:defRPr>
                <a:solidFill>
                  <a:schemeClr val="lt1"/>
                </a:solidFill>
                <a:latin typeface="Inter"/>
                <a:ea typeface="Inter"/>
                <a:cs typeface="Inter"/>
                <a:sym typeface="Inter"/>
              </a:defRPr>
            </a:lvl4pPr>
            <a:lvl5pPr lvl="4">
              <a:spcBef>
                <a:spcPts val="0"/>
              </a:spcBef>
              <a:spcAft>
                <a:spcPts val="0"/>
              </a:spcAft>
              <a:buNone/>
              <a:defRPr>
                <a:solidFill>
                  <a:schemeClr val="lt1"/>
                </a:solidFill>
                <a:latin typeface="Inter"/>
                <a:ea typeface="Inter"/>
                <a:cs typeface="Inter"/>
                <a:sym typeface="Inter"/>
              </a:defRPr>
            </a:lvl5pPr>
            <a:lvl6pPr lvl="5">
              <a:spcBef>
                <a:spcPts val="0"/>
              </a:spcBef>
              <a:spcAft>
                <a:spcPts val="0"/>
              </a:spcAft>
              <a:buNone/>
              <a:defRPr>
                <a:solidFill>
                  <a:schemeClr val="lt1"/>
                </a:solidFill>
                <a:latin typeface="Inter"/>
                <a:ea typeface="Inter"/>
                <a:cs typeface="Inter"/>
                <a:sym typeface="Inter"/>
              </a:defRPr>
            </a:lvl6pPr>
            <a:lvl7pPr lvl="6">
              <a:spcBef>
                <a:spcPts val="0"/>
              </a:spcBef>
              <a:spcAft>
                <a:spcPts val="0"/>
              </a:spcAft>
              <a:buNone/>
              <a:defRPr>
                <a:solidFill>
                  <a:schemeClr val="lt1"/>
                </a:solidFill>
                <a:latin typeface="Inter"/>
                <a:ea typeface="Inter"/>
                <a:cs typeface="Inter"/>
                <a:sym typeface="Inter"/>
              </a:defRPr>
            </a:lvl7pPr>
            <a:lvl8pPr lvl="7">
              <a:spcBef>
                <a:spcPts val="0"/>
              </a:spcBef>
              <a:spcAft>
                <a:spcPts val="0"/>
              </a:spcAft>
              <a:buNone/>
              <a:defRPr>
                <a:solidFill>
                  <a:schemeClr val="lt1"/>
                </a:solidFill>
                <a:latin typeface="Inter"/>
                <a:ea typeface="Inter"/>
                <a:cs typeface="Inter"/>
                <a:sym typeface="Inter"/>
              </a:defRPr>
            </a:lvl8pPr>
            <a:lvl9pPr lvl="8">
              <a:spcBef>
                <a:spcPts val="0"/>
              </a:spcBef>
              <a:spcAft>
                <a:spcPts val="0"/>
              </a:spcAft>
              <a:buNone/>
              <a:defRPr>
                <a:solidFill>
                  <a:schemeClr val="lt1"/>
                </a:solidFill>
                <a:latin typeface="Inter"/>
                <a:ea typeface="Inter"/>
                <a:cs typeface="Inter"/>
                <a:sym typeface="Inter"/>
              </a:defRPr>
            </a:lvl9pPr>
          </a:lstStyle>
          <a:p/>
        </p:txBody>
      </p:sp>
      <p:sp>
        <p:nvSpPr>
          <p:cNvPr id="197" name="Google Shape;197;p34"/>
          <p:cNvSpPr txBox="1"/>
          <p:nvPr>
            <p:ph idx="1" type="subTitle"/>
          </p:nvPr>
        </p:nvSpPr>
        <p:spPr>
          <a:xfrm>
            <a:off x="4891424" y="3402775"/>
            <a:ext cx="3776400" cy="1010700"/>
          </a:xfrm>
          <a:prstGeom prst="rect">
            <a:avLst/>
          </a:prstGeom>
        </p:spPr>
        <p:txBody>
          <a:bodyPr anchorCtr="0" anchor="t" bIns="34275" lIns="68575" spcFirstLastPara="1" rIns="68575" wrap="square" tIns="34275">
            <a:normAutofit/>
          </a:bodyPr>
          <a:lstStyle>
            <a:lvl1pPr lvl="0">
              <a:spcBef>
                <a:spcPts val="80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a:spcBef>
                <a:spcPts val="400"/>
              </a:spcBef>
              <a:spcAft>
                <a:spcPts val="0"/>
              </a:spcAft>
              <a:buClr>
                <a:schemeClr val="lt1"/>
              </a:buClr>
              <a:buSzPts val="1800"/>
              <a:buFont typeface="Inter"/>
              <a:buNone/>
              <a:defRPr>
                <a:solidFill>
                  <a:schemeClr val="lt1"/>
                </a:solidFill>
                <a:latin typeface="Inter"/>
                <a:ea typeface="Inter"/>
                <a:cs typeface="Inter"/>
                <a:sym typeface="Inter"/>
              </a:defRPr>
            </a:lvl2pPr>
            <a:lvl3pPr lvl="2">
              <a:spcBef>
                <a:spcPts val="400"/>
              </a:spcBef>
              <a:spcAft>
                <a:spcPts val="0"/>
              </a:spcAft>
              <a:buClr>
                <a:schemeClr val="lt1"/>
              </a:buClr>
              <a:buSzPts val="1500"/>
              <a:buFont typeface="Inter"/>
              <a:buNone/>
              <a:defRPr>
                <a:solidFill>
                  <a:schemeClr val="lt1"/>
                </a:solidFill>
                <a:latin typeface="Inter"/>
                <a:ea typeface="Inter"/>
                <a:cs typeface="Inter"/>
                <a:sym typeface="Inter"/>
              </a:defRPr>
            </a:lvl3pPr>
            <a:lvl4pPr lvl="3">
              <a:spcBef>
                <a:spcPts val="40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40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40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40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40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40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rgbClr val="307FE2"/>
        </a:solidFill>
      </p:bgPr>
    </p:bg>
    <p:spTree>
      <p:nvGrpSpPr>
        <p:cNvPr id="198" name="Shape 198"/>
        <p:cNvGrpSpPr/>
        <p:nvPr/>
      </p:nvGrpSpPr>
      <p:grpSpPr>
        <a:xfrm>
          <a:off x="0" y="0"/>
          <a:ext cx="0" cy="0"/>
          <a:chOff x="0" y="0"/>
          <a:chExt cx="0" cy="0"/>
        </a:xfrm>
      </p:grpSpPr>
      <p:sp>
        <p:nvSpPr>
          <p:cNvPr id="199" name="Google Shape;199;p3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0" name="Google Shape;200;p3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1" name="Google Shape;201;p3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grpSp>
        <p:nvGrpSpPr>
          <p:cNvPr id="202" name="Google Shape;202;p35"/>
          <p:cNvGrpSpPr/>
          <p:nvPr/>
        </p:nvGrpSpPr>
        <p:grpSpPr>
          <a:xfrm>
            <a:off x="237966" y="165633"/>
            <a:ext cx="8668094" cy="4740055"/>
            <a:chOff x="0" y="-38100"/>
            <a:chExt cx="4566000" cy="2496737"/>
          </a:xfrm>
        </p:grpSpPr>
        <p:sp>
          <p:nvSpPr>
            <p:cNvPr id="203" name="Google Shape;203;p35"/>
            <p:cNvSpPr/>
            <p:nvPr/>
          </p:nvSpPr>
          <p:spPr>
            <a:xfrm>
              <a:off x="0" y="0"/>
              <a:ext cx="4565896" cy="2458637"/>
            </a:xfrm>
            <a:custGeom>
              <a:rect b="b" l="l" r="r" t="t"/>
              <a:pathLst>
                <a:path extrusionOk="0" h="2458637" w="4565896">
                  <a:moveTo>
                    <a:pt x="32600" y="0"/>
                  </a:moveTo>
                  <a:lnTo>
                    <a:pt x="4533297" y="0"/>
                  </a:lnTo>
                  <a:cubicBezTo>
                    <a:pt x="4551301" y="0"/>
                    <a:pt x="4565896" y="14596"/>
                    <a:pt x="4565896" y="32600"/>
                  </a:cubicBezTo>
                  <a:lnTo>
                    <a:pt x="4565896" y="2426037"/>
                  </a:lnTo>
                  <a:cubicBezTo>
                    <a:pt x="4565896" y="2444042"/>
                    <a:pt x="4551301" y="2458637"/>
                    <a:pt x="4533297" y="2458637"/>
                  </a:cubicBezTo>
                  <a:lnTo>
                    <a:pt x="32600" y="2458637"/>
                  </a:lnTo>
                  <a:cubicBezTo>
                    <a:pt x="14596" y="2458637"/>
                    <a:pt x="0" y="2444042"/>
                    <a:pt x="0" y="2426037"/>
                  </a:cubicBezTo>
                  <a:lnTo>
                    <a:pt x="0" y="32600"/>
                  </a:lnTo>
                  <a:cubicBezTo>
                    <a:pt x="0" y="14596"/>
                    <a:pt x="14596" y="0"/>
                    <a:pt x="32600" y="0"/>
                  </a:cubicBezTo>
                  <a:close/>
                </a:path>
              </a:pathLst>
            </a:custGeom>
            <a:solidFill>
              <a:srgbClr val="FFFFFF"/>
            </a:solidFill>
            <a:ln cap="rnd" cmpd="sng" w="128600">
              <a:solidFill>
                <a:srgbClr val="71C4E7"/>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204" name="Google Shape;204;p35"/>
            <p:cNvSpPr txBox="1"/>
            <p:nvPr/>
          </p:nvSpPr>
          <p:spPr>
            <a:xfrm>
              <a:off x="0" y="-38100"/>
              <a:ext cx="4566000" cy="2496600"/>
            </a:xfrm>
            <a:prstGeom prst="rect">
              <a:avLst/>
            </a:prstGeom>
            <a:noFill/>
            <a:ln>
              <a:noFill/>
            </a:ln>
          </p:spPr>
          <p:txBody>
            <a:bodyPr anchorCtr="0" anchor="ctr" bIns="25400" lIns="25400" spcFirstLastPara="1" rIns="25400" wrap="square" tIns="25400">
              <a:noAutofit/>
            </a:bodyPr>
            <a:lstStyle/>
            <a:p>
              <a:pPr indent="0" lvl="0" marL="0" marR="0" rtl="0" algn="ctr">
                <a:lnSpc>
                  <a:spcPct val="221625"/>
                </a:lnSpc>
                <a:spcBef>
                  <a:spcPts val="0"/>
                </a:spcBef>
                <a:spcAft>
                  <a:spcPts val="0"/>
                </a:spcAft>
                <a:buNone/>
              </a:pPr>
              <a:r>
                <a:t/>
              </a:r>
              <a:endParaRPr b="0" sz="600" u="none">
                <a:solidFill>
                  <a:schemeClr val="dk1"/>
                </a:solidFill>
                <a:latin typeface="Arial"/>
                <a:ea typeface="Arial"/>
                <a:cs typeface="Arial"/>
                <a:sym typeface="Arial"/>
              </a:endParaRPr>
            </a:p>
            <a:p>
              <a:pPr indent="0" lvl="0" marL="0" marR="0" rtl="0" algn="ctr">
                <a:lnSpc>
                  <a:spcPct val="221625"/>
                </a:lnSpc>
                <a:spcBef>
                  <a:spcPts val="0"/>
                </a:spcBef>
                <a:spcAft>
                  <a:spcPts val="0"/>
                </a:spcAft>
                <a:buNone/>
              </a:pPr>
              <a:r>
                <a:t/>
              </a:r>
              <a:endParaRPr b="0" sz="600" u="none">
                <a:solidFill>
                  <a:schemeClr val="dk1"/>
                </a:solidFill>
                <a:latin typeface="Arial"/>
                <a:ea typeface="Arial"/>
                <a:cs typeface="Arial"/>
                <a:sym typeface="Arial"/>
              </a:endParaRPr>
            </a:p>
            <a:p>
              <a:pPr indent="0" lvl="0" marL="0" marR="0" rtl="0" algn="ctr">
                <a:lnSpc>
                  <a:spcPct val="221625"/>
                </a:lnSpc>
                <a:spcBef>
                  <a:spcPts val="0"/>
                </a:spcBef>
                <a:spcAft>
                  <a:spcPts val="0"/>
                </a:spcAft>
                <a:buNone/>
              </a:pPr>
              <a:r>
                <a:t/>
              </a:r>
              <a:endParaRPr b="0" sz="600" u="none">
                <a:solidFill>
                  <a:schemeClr val="dk1"/>
                </a:solidFill>
                <a:latin typeface="Arial"/>
                <a:ea typeface="Arial"/>
                <a:cs typeface="Arial"/>
                <a:sym typeface="Arial"/>
              </a:endParaRPr>
            </a:p>
          </p:txBody>
        </p:sp>
      </p:grpSp>
      <p:sp>
        <p:nvSpPr>
          <p:cNvPr id="205" name="Google Shape;205;p35"/>
          <p:cNvSpPr/>
          <p:nvPr/>
        </p:nvSpPr>
        <p:spPr>
          <a:xfrm>
            <a:off x="7911749" y="394913"/>
            <a:ext cx="854192" cy="411790"/>
          </a:xfrm>
          <a:custGeom>
            <a:rect b="b" l="l" r="r" t="t"/>
            <a:pathLst>
              <a:path extrusionOk="0" h="1105476" w="2293134">
                <a:moveTo>
                  <a:pt x="0" y="0"/>
                </a:moveTo>
                <a:lnTo>
                  <a:pt x="2293134" y="0"/>
                </a:lnTo>
                <a:lnTo>
                  <a:pt x="2293134" y="1105476"/>
                </a:lnTo>
                <a:lnTo>
                  <a:pt x="0" y="1105476"/>
                </a:lnTo>
                <a:lnTo>
                  <a:pt x="0" y="0"/>
                </a:lnTo>
                <a:close/>
              </a:path>
            </a:pathLst>
          </a:custGeom>
          <a:blipFill rotWithShape="1">
            <a:blip r:embed="rId2">
              <a:alphaModFix/>
            </a:blip>
            <a:stretch>
              <a:fillRect b="-61039" l="-45169" r="-45169" t="-6105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sz="600" u="none">
              <a:solidFill>
                <a:schemeClr val="dk1"/>
              </a:solidFill>
              <a:latin typeface="Arial"/>
              <a:ea typeface="Arial"/>
              <a:cs typeface="Arial"/>
              <a:sym typeface="Arial"/>
            </a:endParaRPr>
          </a:p>
        </p:txBody>
      </p:sp>
      <p:pic>
        <p:nvPicPr>
          <p:cNvPr id="206" name="Google Shape;206;p35"/>
          <p:cNvPicPr preferRelativeResize="0"/>
          <p:nvPr/>
        </p:nvPicPr>
        <p:blipFill rotWithShape="1">
          <a:blip r:embed="rId3">
            <a:alphaModFix/>
          </a:blip>
          <a:srcRect b="26810" l="0" r="0" t="26703"/>
          <a:stretch/>
        </p:blipFill>
        <p:spPr>
          <a:xfrm>
            <a:off x="413000" y="444299"/>
            <a:ext cx="1176199" cy="307575"/>
          </a:xfrm>
          <a:prstGeom prst="rect">
            <a:avLst/>
          </a:prstGeom>
          <a:noFill/>
          <a:ln>
            <a:noFill/>
          </a:ln>
        </p:spPr>
      </p:pic>
      <p:sp>
        <p:nvSpPr>
          <p:cNvPr id="207" name="Google Shape;207;p35"/>
          <p:cNvSpPr txBox="1"/>
          <p:nvPr/>
        </p:nvSpPr>
        <p:spPr>
          <a:xfrm>
            <a:off x="355777" y="4440600"/>
            <a:ext cx="1501200" cy="32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000">
                <a:solidFill>
                  <a:srgbClr val="A4C2F4"/>
                </a:solidFill>
                <a:latin typeface="Inter"/>
                <a:ea typeface="Inter"/>
                <a:cs typeface="Inter"/>
                <a:sym typeface="Inter"/>
              </a:rPr>
              <a:t>|</a:t>
            </a:r>
            <a:r>
              <a:rPr i="1" lang="en-GB" sz="1000">
                <a:solidFill>
                  <a:srgbClr val="9FC5E8"/>
                </a:solidFill>
                <a:latin typeface="Inter"/>
                <a:ea typeface="Inter"/>
                <a:cs typeface="Inter"/>
                <a:sym typeface="Inter"/>
              </a:rPr>
              <a:t>Strictly confidential</a:t>
            </a:r>
            <a:endParaRPr i="1" sz="1000">
              <a:solidFill>
                <a:srgbClr val="9FC5E8"/>
              </a:solidFill>
              <a:latin typeface="Inter"/>
              <a:ea typeface="Inter"/>
              <a:cs typeface="Inter"/>
              <a:sym typeface="Inte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8" name="Shape 208"/>
        <p:cNvGrpSpPr/>
        <p:nvPr/>
      </p:nvGrpSpPr>
      <p:grpSpPr>
        <a:xfrm>
          <a:off x="0" y="0"/>
          <a:ext cx="0" cy="0"/>
          <a:chOff x="0" y="0"/>
          <a:chExt cx="0" cy="0"/>
        </a:xfrm>
      </p:grpSpPr>
      <p:sp>
        <p:nvSpPr>
          <p:cNvPr id="209" name="Google Shape;209;p36"/>
          <p:cNvSpPr txBox="1"/>
          <p:nvPr>
            <p:ph idx="12" type="sldNum"/>
          </p:nvPr>
        </p:nvSpPr>
        <p:spPr>
          <a:xfrm>
            <a:off x="8536302" y="4749851"/>
            <a:ext cx="548700" cy="393600"/>
          </a:xfrm>
          <a:prstGeom prst="rect">
            <a:avLst/>
          </a:prstGeom>
          <a:noFill/>
          <a:ln>
            <a:noFill/>
          </a:ln>
        </p:spPr>
        <p:txBody>
          <a:bodyPr anchorCtr="0" anchor="ctr" bIns="68575" lIns="68575" spcFirstLastPara="1" rIns="68575" wrap="square" tIns="68575">
            <a:normAutofit/>
          </a:bodyPr>
          <a:lstStyle>
            <a:lvl1pPr indent="0" lvl="0" marL="0" marR="0" algn="r">
              <a:spcBef>
                <a:spcPts val="0"/>
              </a:spcBef>
              <a:spcAft>
                <a:spcPts val="0"/>
              </a:spcAft>
              <a:buClr>
                <a:srgbClr val="757575"/>
              </a:buClr>
              <a:buSzPts val="900"/>
              <a:buFont typeface="Arial"/>
              <a:buNone/>
              <a:defRPr sz="900">
                <a:solidFill>
                  <a:srgbClr val="757575"/>
                </a:solidFill>
                <a:latin typeface="Arial"/>
                <a:ea typeface="Arial"/>
                <a:cs typeface="Arial"/>
                <a:sym typeface="Arial"/>
              </a:defRPr>
            </a:lvl1pPr>
            <a:lvl2pPr indent="0" lvl="1" marL="0" marR="0" algn="r">
              <a:spcBef>
                <a:spcPts val="0"/>
              </a:spcBef>
              <a:spcAft>
                <a:spcPts val="0"/>
              </a:spcAft>
              <a:buClr>
                <a:srgbClr val="757575"/>
              </a:buClr>
              <a:buSzPts val="900"/>
              <a:buFont typeface="Arial"/>
              <a:buNone/>
              <a:defRPr sz="900">
                <a:solidFill>
                  <a:srgbClr val="757575"/>
                </a:solidFill>
                <a:latin typeface="Arial"/>
                <a:ea typeface="Arial"/>
                <a:cs typeface="Arial"/>
                <a:sym typeface="Arial"/>
              </a:defRPr>
            </a:lvl2pPr>
            <a:lvl3pPr indent="0" lvl="2" marL="0" marR="0" algn="r">
              <a:spcBef>
                <a:spcPts val="0"/>
              </a:spcBef>
              <a:spcAft>
                <a:spcPts val="0"/>
              </a:spcAft>
              <a:buClr>
                <a:srgbClr val="757575"/>
              </a:buClr>
              <a:buSzPts val="900"/>
              <a:buFont typeface="Arial"/>
              <a:buNone/>
              <a:defRPr sz="900">
                <a:solidFill>
                  <a:srgbClr val="757575"/>
                </a:solidFill>
                <a:latin typeface="Arial"/>
                <a:ea typeface="Arial"/>
                <a:cs typeface="Arial"/>
                <a:sym typeface="Arial"/>
              </a:defRPr>
            </a:lvl3pPr>
            <a:lvl4pPr indent="0" lvl="3" marL="0" marR="0" algn="r">
              <a:spcBef>
                <a:spcPts val="0"/>
              </a:spcBef>
              <a:spcAft>
                <a:spcPts val="0"/>
              </a:spcAft>
              <a:buClr>
                <a:srgbClr val="757575"/>
              </a:buClr>
              <a:buSzPts val="900"/>
              <a:buFont typeface="Arial"/>
              <a:buNone/>
              <a:defRPr sz="900">
                <a:solidFill>
                  <a:srgbClr val="757575"/>
                </a:solidFill>
                <a:latin typeface="Arial"/>
                <a:ea typeface="Arial"/>
                <a:cs typeface="Arial"/>
                <a:sym typeface="Arial"/>
              </a:defRPr>
            </a:lvl4pPr>
            <a:lvl5pPr indent="0" lvl="4" marL="0" marR="0" algn="r">
              <a:spcBef>
                <a:spcPts val="0"/>
              </a:spcBef>
              <a:spcAft>
                <a:spcPts val="0"/>
              </a:spcAft>
              <a:buClr>
                <a:srgbClr val="757575"/>
              </a:buClr>
              <a:buSzPts val="900"/>
              <a:buFont typeface="Arial"/>
              <a:buNone/>
              <a:defRPr sz="900">
                <a:solidFill>
                  <a:srgbClr val="757575"/>
                </a:solidFill>
                <a:latin typeface="Arial"/>
                <a:ea typeface="Arial"/>
                <a:cs typeface="Arial"/>
                <a:sym typeface="Arial"/>
              </a:defRPr>
            </a:lvl5pPr>
            <a:lvl6pPr indent="0" lvl="5" marL="0" marR="0" algn="r">
              <a:spcBef>
                <a:spcPts val="0"/>
              </a:spcBef>
              <a:spcAft>
                <a:spcPts val="0"/>
              </a:spcAft>
              <a:buClr>
                <a:srgbClr val="757575"/>
              </a:buClr>
              <a:buSzPts val="900"/>
              <a:buFont typeface="Arial"/>
              <a:buNone/>
              <a:defRPr sz="900">
                <a:solidFill>
                  <a:srgbClr val="757575"/>
                </a:solidFill>
                <a:latin typeface="Arial"/>
                <a:ea typeface="Arial"/>
                <a:cs typeface="Arial"/>
                <a:sym typeface="Arial"/>
              </a:defRPr>
            </a:lvl6pPr>
            <a:lvl7pPr indent="0" lvl="6" marL="0" marR="0" algn="r">
              <a:spcBef>
                <a:spcPts val="0"/>
              </a:spcBef>
              <a:spcAft>
                <a:spcPts val="0"/>
              </a:spcAft>
              <a:buClr>
                <a:srgbClr val="757575"/>
              </a:buClr>
              <a:buSzPts val="900"/>
              <a:buFont typeface="Arial"/>
              <a:buNone/>
              <a:defRPr sz="900">
                <a:solidFill>
                  <a:srgbClr val="757575"/>
                </a:solidFill>
                <a:latin typeface="Arial"/>
                <a:ea typeface="Arial"/>
                <a:cs typeface="Arial"/>
                <a:sym typeface="Arial"/>
              </a:defRPr>
            </a:lvl7pPr>
            <a:lvl8pPr indent="0" lvl="7" marL="0" marR="0" algn="r">
              <a:spcBef>
                <a:spcPts val="0"/>
              </a:spcBef>
              <a:spcAft>
                <a:spcPts val="0"/>
              </a:spcAft>
              <a:buClr>
                <a:srgbClr val="757575"/>
              </a:buClr>
              <a:buSzPts val="900"/>
              <a:buFont typeface="Arial"/>
              <a:buNone/>
              <a:defRPr sz="900">
                <a:solidFill>
                  <a:srgbClr val="757575"/>
                </a:solidFill>
                <a:latin typeface="Arial"/>
                <a:ea typeface="Arial"/>
                <a:cs typeface="Arial"/>
                <a:sym typeface="Arial"/>
              </a:defRPr>
            </a:lvl8pPr>
            <a:lvl9pPr indent="0" lvl="8" marL="0" marR="0" algn="r">
              <a:spcBef>
                <a:spcPts val="0"/>
              </a:spcBef>
              <a:spcAft>
                <a:spcPts val="0"/>
              </a:spcAft>
              <a:buClr>
                <a:srgbClr val="757575"/>
              </a:buClr>
              <a:buSzPts val="900"/>
              <a:buFont typeface="Arial"/>
              <a:buNone/>
              <a:defRPr sz="9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210" name="Google Shape;210;p3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1" name="Google Shape;211;p3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2" name="Google Shape;212;p36"/>
          <p:cNvSpPr txBox="1"/>
          <p:nvPr>
            <p:ph idx="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7" name="Shape 217"/>
        <p:cNvGrpSpPr/>
        <p:nvPr/>
      </p:nvGrpSpPr>
      <p:grpSpPr>
        <a:xfrm>
          <a:off x="0" y="0"/>
          <a:ext cx="0" cy="0"/>
          <a:chOff x="0" y="0"/>
          <a:chExt cx="0" cy="0"/>
        </a:xfrm>
      </p:grpSpPr>
      <p:sp>
        <p:nvSpPr>
          <p:cNvPr id="218" name="Google Shape;218;p3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19" name="Google Shape;219;p3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0" name="Google Shape;220;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1" name="Shape 221"/>
        <p:cNvGrpSpPr/>
        <p:nvPr/>
      </p:nvGrpSpPr>
      <p:grpSpPr>
        <a:xfrm>
          <a:off x="0" y="0"/>
          <a:ext cx="0" cy="0"/>
          <a:chOff x="0" y="0"/>
          <a:chExt cx="0" cy="0"/>
        </a:xfrm>
      </p:grpSpPr>
      <p:sp>
        <p:nvSpPr>
          <p:cNvPr id="222" name="Google Shape;222;p3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23" name="Google Shape;223;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4" name="Shape 224"/>
        <p:cNvGrpSpPr/>
        <p:nvPr/>
      </p:nvGrpSpPr>
      <p:grpSpPr>
        <a:xfrm>
          <a:off x="0" y="0"/>
          <a:ext cx="0" cy="0"/>
          <a:chOff x="0" y="0"/>
          <a:chExt cx="0" cy="0"/>
        </a:xfrm>
      </p:grpSpPr>
      <p:sp>
        <p:nvSpPr>
          <p:cNvPr id="225" name="Google Shape;225;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6" name="Google Shape;226;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7" name="Google Shape;227;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8" name="Shape 228"/>
        <p:cNvGrpSpPr/>
        <p:nvPr/>
      </p:nvGrpSpPr>
      <p:grpSpPr>
        <a:xfrm>
          <a:off x="0" y="0"/>
          <a:ext cx="0" cy="0"/>
          <a:chOff x="0" y="0"/>
          <a:chExt cx="0" cy="0"/>
        </a:xfrm>
      </p:grpSpPr>
      <p:sp>
        <p:nvSpPr>
          <p:cNvPr id="229" name="Google Shape;229;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0" name="Google Shape;230;p4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1" name="Google Shape;231;p4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2" name="Google Shape;232;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3" name="Shape 233"/>
        <p:cNvGrpSpPr/>
        <p:nvPr/>
      </p:nvGrpSpPr>
      <p:grpSpPr>
        <a:xfrm>
          <a:off x="0" y="0"/>
          <a:ext cx="0" cy="0"/>
          <a:chOff x="0" y="0"/>
          <a:chExt cx="0" cy="0"/>
        </a:xfrm>
      </p:grpSpPr>
      <p:sp>
        <p:nvSpPr>
          <p:cNvPr id="234" name="Google Shape;234;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5" name="Google Shape;235;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36" name="Shape 236"/>
        <p:cNvGrpSpPr/>
        <p:nvPr/>
      </p:nvGrpSpPr>
      <p:grpSpPr>
        <a:xfrm>
          <a:off x="0" y="0"/>
          <a:ext cx="0" cy="0"/>
          <a:chOff x="0" y="0"/>
          <a:chExt cx="0" cy="0"/>
        </a:xfrm>
      </p:grpSpPr>
      <p:sp>
        <p:nvSpPr>
          <p:cNvPr id="237" name="Google Shape;237;p4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38" name="Google Shape;238;p4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9" name="Google Shape;239;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0" name="Shape 240"/>
        <p:cNvGrpSpPr/>
        <p:nvPr/>
      </p:nvGrpSpPr>
      <p:grpSpPr>
        <a:xfrm>
          <a:off x="0" y="0"/>
          <a:ext cx="0" cy="0"/>
          <a:chOff x="0" y="0"/>
          <a:chExt cx="0" cy="0"/>
        </a:xfrm>
      </p:grpSpPr>
      <p:sp>
        <p:nvSpPr>
          <p:cNvPr id="241" name="Google Shape;241;p44"/>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42" name="Google Shape;242;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43" name="Shape 243"/>
        <p:cNvGrpSpPr/>
        <p:nvPr/>
      </p:nvGrpSpPr>
      <p:grpSpPr>
        <a:xfrm>
          <a:off x="0" y="0"/>
          <a:ext cx="0" cy="0"/>
          <a:chOff x="0" y="0"/>
          <a:chExt cx="0" cy="0"/>
        </a:xfrm>
      </p:grpSpPr>
      <p:sp>
        <p:nvSpPr>
          <p:cNvPr id="244" name="Google Shape;244;p4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5"/>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46" name="Google Shape;246;p45"/>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47" name="Google Shape;247;p45"/>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8" name="Google Shape;248;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9" name="Shape 249"/>
        <p:cNvGrpSpPr/>
        <p:nvPr/>
      </p:nvGrpSpPr>
      <p:grpSpPr>
        <a:xfrm>
          <a:off x="0" y="0"/>
          <a:ext cx="0" cy="0"/>
          <a:chOff x="0" y="0"/>
          <a:chExt cx="0" cy="0"/>
        </a:xfrm>
      </p:grpSpPr>
      <p:sp>
        <p:nvSpPr>
          <p:cNvPr id="250" name="Google Shape;250;p4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251" name="Google Shape;251;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52" name="Shape 252"/>
        <p:cNvGrpSpPr/>
        <p:nvPr/>
      </p:nvGrpSpPr>
      <p:grpSpPr>
        <a:xfrm>
          <a:off x="0" y="0"/>
          <a:ext cx="0" cy="0"/>
          <a:chOff x="0" y="0"/>
          <a:chExt cx="0" cy="0"/>
        </a:xfrm>
      </p:grpSpPr>
      <p:sp>
        <p:nvSpPr>
          <p:cNvPr id="253" name="Google Shape;253;p4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54" name="Google Shape;254;p47"/>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255" name="Google Shape;255;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6" name="Shape 256"/>
        <p:cNvGrpSpPr/>
        <p:nvPr/>
      </p:nvGrpSpPr>
      <p:grpSpPr>
        <a:xfrm>
          <a:off x="0" y="0"/>
          <a:ext cx="0" cy="0"/>
          <a:chOff x="0" y="0"/>
          <a:chExt cx="0" cy="0"/>
        </a:xfrm>
      </p:grpSpPr>
      <p:sp>
        <p:nvSpPr>
          <p:cNvPr id="257" name="Google Shape;257;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3.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7" Type="http://schemas.openxmlformats.org/officeDocument/2006/relationships/slideLayout" Target="../slideLayouts/slideLayout33.xml"/><Relationship Id="rId16" Type="http://schemas.openxmlformats.org/officeDocument/2006/relationships/slideLayout" Target="../slideLayouts/slideLayout32.xml"/><Relationship Id="rId5" Type="http://schemas.openxmlformats.org/officeDocument/2006/relationships/slideLayout" Target="../slideLayouts/slideLayout21.xml"/><Relationship Id="rId19" Type="http://schemas.openxmlformats.org/officeDocument/2006/relationships/theme" Target="../theme/theme4.xml"/><Relationship Id="rId6" Type="http://schemas.openxmlformats.org/officeDocument/2006/relationships/slideLayout" Target="../slideLayouts/slideLayout22.xml"/><Relationship Id="rId18" Type="http://schemas.openxmlformats.org/officeDocument/2006/relationships/slideLayout" Target="../slideLayouts/slideLayout34.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5.xml"/><Relationship Id="rId10" Type="http://schemas.openxmlformats.org/officeDocument/2006/relationships/slideLayout" Target="../slideLayouts/slideLayout44.xml"/><Relationship Id="rId12" Type="http://schemas.openxmlformats.org/officeDocument/2006/relationships/theme" Target="../theme/theme2.xml"/><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slideLayout" Target="../slideLayouts/slideLayout43.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72" name="Shape 72"/>
        <p:cNvGrpSpPr/>
        <p:nvPr/>
      </p:nvGrpSpPr>
      <p:grpSpPr>
        <a:xfrm>
          <a:off x="0" y="0"/>
          <a:ext cx="0" cy="0"/>
          <a:chOff x="0" y="0"/>
          <a:chExt cx="0" cy="0"/>
        </a:xfrm>
      </p:grpSpPr>
      <p:sp>
        <p:nvSpPr>
          <p:cNvPr id="73" name="Google Shape;73;p1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4" name="Google Shape;74;p1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5" name="Google Shape;75;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76" name="Google Shape;76;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77" name="Google Shape;77;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757575"/>
                </a:solidFill>
                <a:latin typeface="Arial"/>
                <a:ea typeface="Arial"/>
                <a:cs typeface="Arial"/>
                <a:sym typeface="Arial"/>
              </a:defRPr>
            </a:lvl1pPr>
            <a:lvl2pPr indent="0" lvl="1" marL="0" marR="0" algn="r">
              <a:spcBef>
                <a:spcPts val="0"/>
              </a:spcBef>
              <a:buNone/>
              <a:defRPr b="0" i="0" sz="900" u="none" cap="none" strike="noStrike">
                <a:solidFill>
                  <a:srgbClr val="757575"/>
                </a:solidFill>
                <a:latin typeface="Arial"/>
                <a:ea typeface="Arial"/>
                <a:cs typeface="Arial"/>
                <a:sym typeface="Arial"/>
              </a:defRPr>
            </a:lvl2pPr>
            <a:lvl3pPr indent="0" lvl="2" marL="0" marR="0" algn="r">
              <a:spcBef>
                <a:spcPts val="0"/>
              </a:spcBef>
              <a:buNone/>
              <a:defRPr b="0" i="0" sz="900" u="none" cap="none" strike="noStrike">
                <a:solidFill>
                  <a:srgbClr val="757575"/>
                </a:solidFill>
                <a:latin typeface="Arial"/>
                <a:ea typeface="Arial"/>
                <a:cs typeface="Arial"/>
                <a:sym typeface="Arial"/>
              </a:defRPr>
            </a:lvl3pPr>
            <a:lvl4pPr indent="0" lvl="3" marL="0" marR="0" algn="r">
              <a:spcBef>
                <a:spcPts val="0"/>
              </a:spcBef>
              <a:buNone/>
              <a:defRPr b="0" i="0" sz="900" u="none" cap="none" strike="noStrike">
                <a:solidFill>
                  <a:srgbClr val="757575"/>
                </a:solidFill>
                <a:latin typeface="Arial"/>
                <a:ea typeface="Arial"/>
                <a:cs typeface="Arial"/>
                <a:sym typeface="Arial"/>
              </a:defRPr>
            </a:lvl4pPr>
            <a:lvl5pPr indent="0" lvl="4" marL="0" marR="0" algn="r">
              <a:spcBef>
                <a:spcPts val="0"/>
              </a:spcBef>
              <a:buNone/>
              <a:defRPr b="0" i="0" sz="900" u="none" cap="none" strike="noStrike">
                <a:solidFill>
                  <a:srgbClr val="757575"/>
                </a:solidFill>
                <a:latin typeface="Arial"/>
                <a:ea typeface="Arial"/>
                <a:cs typeface="Arial"/>
                <a:sym typeface="Arial"/>
              </a:defRPr>
            </a:lvl5pPr>
            <a:lvl6pPr indent="0" lvl="5" marL="0" marR="0" algn="r">
              <a:spcBef>
                <a:spcPts val="0"/>
              </a:spcBef>
              <a:buNone/>
              <a:defRPr b="0" i="0" sz="900" u="none" cap="none" strike="noStrike">
                <a:solidFill>
                  <a:srgbClr val="757575"/>
                </a:solidFill>
                <a:latin typeface="Arial"/>
                <a:ea typeface="Arial"/>
                <a:cs typeface="Arial"/>
                <a:sym typeface="Arial"/>
              </a:defRPr>
            </a:lvl6pPr>
            <a:lvl7pPr indent="0" lvl="6" marL="0" marR="0" algn="r">
              <a:spcBef>
                <a:spcPts val="0"/>
              </a:spcBef>
              <a:buNone/>
              <a:defRPr b="0" i="0" sz="900" u="none" cap="none" strike="noStrike">
                <a:solidFill>
                  <a:srgbClr val="757575"/>
                </a:solidFill>
                <a:latin typeface="Arial"/>
                <a:ea typeface="Arial"/>
                <a:cs typeface="Arial"/>
                <a:sym typeface="Arial"/>
              </a:defRPr>
            </a:lvl7pPr>
            <a:lvl8pPr indent="0" lvl="7" marL="0" marR="0" algn="r">
              <a:spcBef>
                <a:spcPts val="0"/>
              </a:spcBef>
              <a:buNone/>
              <a:defRPr b="0" i="0" sz="900" u="none" cap="none" strike="noStrike">
                <a:solidFill>
                  <a:srgbClr val="757575"/>
                </a:solidFill>
                <a:latin typeface="Arial"/>
                <a:ea typeface="Arial"/>
                <a:cs typeface="Arial"/>
                <a:sym typeface="Arial"/>
              </a:defRPr>
            </a:lvl8pPr>
            <a:lvl9pPr indent="0" lvl="8" marL="0" marR="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13" name="Shape 213"/>
        <p:cNvGrpSpPr/>
        <p:nvPr/>
      </p:nvGrpSpPr>
      <p:grpSpPr>
        <a:xfrm>
          <a:off x="0" y="0"/>
          <a:ext cx="0" cy="0"/>
          <a:chOff x="0" y="0"/>
          <a:chExt cx="0" cy="0"/>
        </a:xfrm>
      </p:grpSpPr>
      <p:sp>
        <p:nvSpPr>
          <p:cNvPr id="214" name="Google Shape;214;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15" name="Google Shape;215;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216" name="Google Shape;21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6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 Id="rId3" Type="http://schemas.openxmlformats.org/officeDocument/2006/relationships/image" Target="../media/image56.png"/><Relationship Id="rId4" Type="http://schemas.openxmlformats.org/officeDocument/2006/relationships/image" Target="../media/image10.png"/><Relationship Id="rId5"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3.xml"/><Relationship Id="rId3" Type="http://schemas.openxmlformats.org/officeDocument/2006/relationships/image" Target="../media/image6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 Id="rId3" Type="http://schemas.openxmlformats.org/officeDocument/2006/relationships/image" Target="../media/image6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7.xml"/><Relationship Id="rId3" Type="http://schemas.openxmlformats.org/officeDocument/2006/relationships/image" Target="../media/image6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40" Type="http://schemas.openxmlformats.org/officeDocument/2006/relationships/image" Target="../media/image53.png"/><Relationship Id="rId20" Type="http://schemas.openxmlformats.org/officeDocument/2006/relationships/image" Target="../media/image54.jpg"/><Relationship Id="rId22" Type="http://schemas.openxmlformats.org/officeDocument/2006/relationships/image" Target="../media/image33.png"/><Relationship Id="rId21" Type="http://schemas.openxmlformats.org/officeDocument/2006/relationships/image" Target="../media/image48.png"/><Relationship Id="rId24" Type="http://schemas.openxmlformats.org/officeDocument/2006/relationships/image" Target="../media/image35.png"/><Relationship Id="rId23" Type="http://schemas.openxmlformats.org/officeDocument/2006/relationships/image" Target="../media/image43.png"/><Relationship Id="rId1" Type="http://schemas.openxmlformats.org/officeDocument/2006/relationships/slideLayout" Target="../slideLayouts/slideLayout31.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28.png"/><Relationship Id="rId9" Type="http://schemas.openxmlformats.org/officeDocument/2006/relationships/image" Target="../media/image36.png"/><Relationship Id="rId26" Type="http://schemas.openxmlformats.org/officeDocument/2006/relationships/image" Target="../media/image47.png"/><Relationship Id="rId25" Type="http://schemas.openxmlformats.org/officeDocument/2006/relationships/image" Target="../media/image40.png"/><Relationship Id="rId28" Type="http://schemas.openxmlformats.org/officeDocument/2006/relationships/image" Target="../media/image57.png"/><Relationship Id="rId27" Type="http://schemas.openxmlformats.org/officeDocument/2006/relationships/image" Target="../media/image42.png"/><Relationship Id="rId5" Type="http://schemas.openxmlformats.org/officeDocument/2006/relationships/image" Target="../media/image31.png"/><Relationship Id="rId6" Type="http://schemas.openxmlformats.org/officeDocument/2006/relationships/image" Target="../media/image24.png"/><Relationship Id="rId29" Type="http://schemas.openxmlformats.org/officeDocument/2006/relationships/image" Target="../media/image38.png"/><Relationship Id="rId7" Type="http://schemas.openxmlformats.org/officeDocument/2006/relationships/image" Target="../media/image20.png"/><Relationship Id="rId8" Type="http://schemas.openxmlformats.org/officeDocument/2006/relationships/image" Target="../media/image19.png"/><Relationship Id="rId31" Type="http://schemas.openxmlformats.org/officeDocument/2006/relationships/image" Target="../media/image55.png"/><Relationship Id="rId30" Type="http://schemas.openxmlformats.org/officeDocument/2006/relationships/image" Target="../media/image46.png"/><Relationship Id="rId11" Type="http://schemas.openxmlformats.org/officeDocument/2006/relationships/image" Target="../media/image21.png"/><Relationship Id="rId33" Type="http://schemas.openxmlformats.org/officeDocument/2006/relationships/image" Target="../media/image44.png"/><Relationship Id="rId10" Type="http://schemas.openxmlformats.org/officeDocument/2006/relationships/image" Target="../media/image22.png"/><Relationship Id="rId32" Type="http://schemas.openxmlformats.org/officeDocument/2006/relationships/image" Target="../media/image52.png"/><Relationship Id="rId13" Type="http://schemas.openxmlformats.org/officeDocument/2006/relationships/image" Target="../media/image29.png"/><Relationship Id="rId35" Type="http://schemas.openxmlformats.org/officeDocument/2006/relationships/image" Target="../media/image59.png"/><Relationship Id="rId12" Type="http://schemas.openxmlformats.org/officeDocument/2006/relationships/image" Target="../media/image26.png"/><Relationship Id="rId34" Type="http://schemas.openxmlformats.org/officeDocument/2006/relationships/image" Target="../media/image41.png"/><Relationship Id="rId15" Type="http://schemas.openxmlformats.org/officeDocument/2006/relationships/image" Target="../media/image37.png"/><Relationship Id="rId37" Type="http://schemas.openxmlformats.org/officeDocument/2006/relationships/image" Target="../media/image50.png"/><Relationship Id="rId14" Type="http://schemas.openxmlformats.org/officeDocument/2006/relationships/image" Target="../media/image25.png"/><Relationship Id="rId36" Type="http://schemas.openxmlformats.org/officeDocument/2006/relationships/image" Target="../media/image45.png"/><Relationship Id="rId17" Type="http://schemas.openxmlformats.org/officeDocument/2006/relationships/image" Target="../media/image39.png"/><Relationship Id="rId39" Type="http://schemas.openxmlformats.org/officeDocument/2006/relationships/image" Target="../media/image51.png"/><Relationship Id="rId16" Type="http://schemas.openxmlformats.org/officeDocument/2006/relationships/image" Target="../media/image30.png"/><Relationship Id="rId38" Type="http://schemas.openxmlformats.org/officeDocument/2006/relationships/image" Target="../media/image60.png"/><Relationship Id="rId19" Type="http://schemas.openxmlformats.org/officeDocument/2006/relationships/image" Target="../media/image49.png"/><Relationship Id="rId18"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57C3"/>
        </a:solidFill>
      </p:bgPr>
    </p:bg>
    <p:spTree>
      <p:nvGrpSpPr>
        <p:cNvPr id="261" name="Shape 261"/>
        <p:cNvGrpSpPr/>
        <p:nvPr/>
      </p:nvGrpSpPr>
      <p:grpSpPr>
        <a:xfrm>
          <a:off x="0" y="0"/>
          <a:ext cx="0" cy="0"/>
          <a:chOff x="0" y="0"/>
          <a:chExt cx="0" cy="0"/>
        </a:xfrm>
      </p:grpSpPr>
      <p:sp>
        <p:nvSpPr>
          <p:cNvPr id="262" name="Google Shape;262;p49"/>
          <p:cNvSpPr txBox="1"/>
          <p:nvPr/>
        </p:nvSpPr>
        <p:spPr>
          <a:xfrm>
            <a:off x="8686800" y="4639182"/>
            <a:ext cx="141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u="none">
                <a:solidFill>
                  <a:schemeClr val="dk1"/>
                </a:solidFill>
                <a:latin typeface="Inter"/>
                <a:ea typeface="Inter"/>
                <a:cs typeface="Inter"/>
                <a:sym typeface="Inter"/>
              </a:rPr>
              <a:t>‹#›</a:t>
            </a:fld>
            <a:endParaRPr b="1" sz="600" u="none">
              <a:solidFill>
                <a:schemeClr val="dk1"/>
              </a:solidFill>
              <a:latin typeface="Inter"/>
              <a:ea typeface="Inter"/>
              <a:cs typeface="Inter"/>
              <a:sym typeface="Inter"/>
            </a:endParaRPr>
          </a:p>
        </p:txBody>
      </p:sp>
      <p:sp>
        <p:nvSpPr>
          <p:cNvPr id="263" name="Google Shape;263;p49"/>
          <p:cNvSpPr/>
          <p:nvPr/>
        </p:nvSpPr>
        <p:spPr>
          <a:xfrm>
            <a:off x="6573986" y="1158823"/>
            <a:ext cx="1962300" cy="1946100"/>
          </a:xfrm>
          <a:prstGeom prst="roundRect">
            <a:avLst>
              <a:gd fmla="val 16667" name="adj"/>
            </a:avLst>
          </a:prstGeom>
          <a:noFill/>
          <a:ln cap="flat" cmpd="sng" w="76200">
            <a:solidFill>
              <a:srgbClr val="0474E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64" name="Google Shape;264;p49"/>
          <p:cNvPicPr preferRelativeResize="0"/>
          <p:nvPr/>
        </p:nvPicPr>
        <p:blipFill rotWithShape="1">
          <a:blip r:embed="rId3">
            <a:alphaModFix/>
          </a:blip>
          <a:srcRect b="0" l="0" r="0" t="0"/>
          <a:stretch/>
        </p:blipFill>
        <p:spPr>
          <a:xfrm>
            <a:off x="5103246" y="1321298"/>
            <a:ext cx="3726674" cy="3516337"/>
          </a:xfrm>
          <a:prstGeom prst="rect">
            <a:avLst/>
          </a:prstGeom>
          <a:noFill/>
          <a:ln>
            <a:noFill/>
          </a:ln>
        </p:spPr>
      </p:pic>
      <p:sp>
        <p:nvSpPr>
          <p:cNvPr id="265" name="Google Shape;265;p49"/>
          <p:cNvSpPr txBox="1"/>
          <p:nvPr>
            <p:ph idx="4294967295" type="ctrTitle"/>
          </p:nvPr>
        </p:nvSpPr>
        <p:spPr>
          <a:xfrm>
            <a:off x="533850" y="1158825"/>
            <a:ext cx="4656300" cy="1119600"/>
          </a:xfrm>
          <a:prstGeom prst="rect">
            <a:avLst/>
          </a:prstGeom>
        </p:spPr>
        <p:txBody>
          <a:bodyPr anchorCtr="0" anchor="ctr" bIns="34275" lIns="68575" spcFirstLastPara="1" rIns="68575" wrap="square" tIns="34275">
            <a:noAutofit/>
          </a:bodyPr>
          <a:lstStyle/>
          <a:p>
            <a:pPr indent="0" lvl="0" marL="0" rtl="0" algn="l">
              <a:lnSpc>
                <a:spcPct val="115000"/>
              </a:lnSpc>
              <a:spcBef>
                <a:spcPts val="1200"/>
              </a:spcBef>
              <a:spcAft>
                <a:spcPts val="1200"/>
              </a:spcAft>
              <a:buSzPts val="990"/>
              <a:buNone/>
            </a:pPr>
            <a:r>
              <a:rPr b="1" lang="en-GB" sz="2720">
                <a:solidFill>
                  <a:srgbClr val="0C57C2"/>
                </a:solidFill>
                <a:highlight>
                  <a:srgbClr val="FFFFFF"/>
                </a:highlight>
                <a:latin typeface="Inter"/>
                <a:ea typeface="Inter"/>
                <a:cs typeface="Inter"/>
                <a:sym typeface="Inter"/>
              </a:rPr>
              <a:t>[Presentation Title]</a:t>
            </a:r>
            <a:endParaRPr b="1" sz="2360">
              <a:latin typeface="Inter"/>
              <a:ea typeface="Inter"/>
              <a:cs typeface="Inter"/>
              <a:sym typeface="Inter"/>
            </a:endParaRPr>
          </a:p>
        </p:txBody>
      </p:sp>
      <p:sp>
        <p:nvSpPr>
          <p:cNvPr id="266" name="Google Shape;266;p49"/>
          <p:cNvSpPr txBox="1"/>
          <p:nvPr>
            <p:ph idx="4294967295" type="subTitle"/>
          </p:nvPr>
        </p:nvSpPr>
        <p:spPr>
          <a:xfrm>
            <a:off x="533850" y="2166134"/>
            <a:ext cx="4414200" cy="446700"/>
          </a:xfrm>
          <a:prstGeom prst="rect">
            <a:avLst/>
          </a:prstGeom>
        </p:spPr>
        <p:txBody>
          <a:bodyPr anchorCtr="0" anchor="t" bIns="34275" lIns="68575" spcFirstLastPara="1" rIns="68575" wrap="square" tIns="34275">
            <a:normAutofit/>
          </a:bodyPr>
          <a:lstStyle/>
          <a:p>
            <a:pPr indent="0" lvl="0" marL="0" rtl="0" algn="l">
              <a:lnSpc>
                <a:spcPct val="140000"/>
              </a:lnSpc>
              <a:spcBef>
                <a:spcPts val="800"/>
              </a:spcBef>
              <a:spcAft>
                <a:spcPts val="0"/>
              </a:spcAft>
              <a:buNone/>
            </a:pPr>
            <a:r>
              <a:rPr lang="en-GB" sz="1500">
                <a:solidFill>
                  <a:srgbClr val="0857C3"/>
                </a:solidFill>
                <a:latin typeface="Inter"/>
                <a:ea typeface="Inter"/>
                <a:cs typeface="Inter"/>
                <a:sym typeface="Inter"/>
              </a:rPr>
              <a:t>Add a subtitle or the company tagline here</a:t>
            </a:r>
            <a:endParaRPr sz="1400">
              <a:solidFill>
                <a:srgbClr val="434343"/>
              </a:solidFill>
              <a:latin typeface="Inter"/>
              <a:ea typeface="Inter"/>
              <a:cs typeface="Inter"/>
              <a:sym typeface="Inter"/>
            </a:endParaRPr>
          </a:p>
        </p:txBody>
      </p:sp>
      <p:sp>
        <p:nvSpPr>
          <p:cNvPr id="267" name="Google Shape;267;p49"/>
          <p:cNvSpPr txBox="1"/>
          <p:nvPr>
            <p:ph idx="4294967295" type="subTitle"/>
          </p:nvPr>
        </p:nvSpPr>
        <p:spPr>
          <a:xfrm>
            <a:off x="533850" y="2957275"/>
            <a:ext cx="3924900" cy="446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n-GB" sz="1300">
                <a:solidFill>
                  <a:srgbClr val="999999"/>
                </a:solidFill>
                <a:latin typeface="Inter"/>
                <a:ea typeface="Inter"/>
                <a:cs typeface="Inter"/>
                <a:sym typeface="Inter"/>
              </a:rPr>
              <a:t>(Nama Presenter)</a:t>
            </a:r>
            <a:endParaRPr b="1" sz="1800">
              <a:solidFill>
                <a:srgbClr val="434343"/>
              </a:solidFill>
              <a:latin typeface="Inter"/>
              <a:ea typeface="Inter"/>
              <a:cs typeface="Inter"/>
              <a:sym typeface="Inter"/>
            </a:endParaRPr>
          </a:p>
        </p:txBody>
      </p:sp>
      <p:cxnSp>
        <p:nvCxnSpPr>
          <p:cNvPr id="268" name="Google Shape;268;p49"/>
          <p:cNvCxnSpPr/>
          <p:nvPr/>
        </p:nvCxnSpPr>
        <p:spPr>
          <a:xfrm>
            <a:off x="680550" y="3464025"/>
            <a:ext cx="3778200" cy="0"/>
          </a:xfrm>
          <a:prstGeom prst="straightConnector1">
            <a:avLst/>
          </a:prstGeom>
          <a:noFill/>
          <a:ln cap="flat" cmpd="sng" w="9525">
            <a:solidFill>
              <a:schemeClr val="dk2"/>
            </a:solidFill>
            <a:prstDash val="solid"/>
            <a:round/>
            <a:headEnd len="med" w="med" type="none"/>
            <a:tailEnd len="med" w="med" type="none"/>
          </a:ln>
        </p:spPr>
      </p:cxnSp>
      <p:sp>
        <p:nvSpPr>
          <p:cNvPr id="269" name="Google Shape;269;p49"/>
          <p:cNvSpPr txBox="1"/>
          <p:nvPr>
            <p:ph idx="4294967295" type="subTitle"/>
          </p:nvPr>
        </p:nvSpPr>
        <p:spPr>
          <a:xfrm>
            <a:off x="533850" y="3524075"/>
            <a:ext cx="3924900" cy="626700"/>
          </a:xfrm>
          <a:prstGeom prst="rect">
            <a:avLst/>
          </a:prstGeom>
        </p:spPr>
        <p:txBody>
          <a:bodyPr anchorCtr="0" anchor="t" bIns="34275" lIns="68575" spcFirstLastPara="1" rIns="68575" wrap="square" tIns="34275">
            <a:normAutofit/>
          </a:bodyPr>
          <a:lstStyle/>
          <a:p>
            <a:pPr indent="0" lvl="0" marL="0" rtl="0" algn="l">
              <a:lnSpc>
                <a:spcPct val="115000"/>
              </a:lnSpc>
              <a:spcBef>
                <a:spcPts val="800"/>
              </a:spcBef>
              <a:spcAft>
                <a:spcPts val="0"/>
              </a:spcAft>
              <a:buNone/>
            </a:pPr>
            <a:r>
              <a:rPr b="1" lang="en-GB" sz="1300">
                <a:solidFill>
                  <a:srgbClr val="0C57C2"/>
                </a:solidFill>
                <a:latin typeface="Inter"/>
                <a:ea typeface="Inter"/>
                <a:cs typeface="Inter"/>
                <a:sym typeface="Inter"/>
              </a:rPr>
              <a:t>PT. Bank Rakyat Indonesia (Persero) Tbk</a:t>
            </a:r>
            <a:endParaRPr b="1" sz="1300">
              <a:solidFill>
                <a:srgbClr val="0C57C2"/>
              </a:solidFill>
              <a:latin typeface="Inter"/>
              <a:ea typeface="Inter"/>
              <a:cs typeface="Inter"/>
              <a:sym typeface="Inter"/>
            </a:endParaRPr>
          </a:p>
          <a:p>
            <a:pPr indent="0" lvl="0" marL="0" rtl="0" algn="l">
              <a:lnSpc>
                <a:spcPct val="115000"/>
              </a:lnSpc>
              <a:spcBef>
                <a:spcPts val="800"/>
              </a:spcBef>
              <a:spcAft>
                <a:spcPts val="0"/>
              </a:spcAft>
              <a:buNone/>
            </a:pPr>
            <a:r>
              <a:rPr lang="en-GB" sz="1300">
                <a:solidFill>
                  <a:srgbClr val="0C57C2"/>
                </a:solidFill>
                <a:latin typeface="Inter"/>
                <a:ea typeface="Inter"/>
                <a:cs typeface="Inter"/>
                <a:sym typeface="Inter"/>
              </a:rPr>
              <a:t>(Day, DD/MM/YYYY)</a:t>
            </a:r>
            <a:endParaRPr sz="1300">
              <a:solidFill>
                <a:srgbClr val="0C57C2"/>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50"/>
          <p:cNvSpPr/>
          <p:nvPr/>
        </p:nvSpPr>
        <p:spPr>
          <a:xfrm>
            <a:off x="717700" y="1136350"/>
            <a:ext cx="2922000" cy="2922000"/>
          </a:xfrm>
          <a:prstGeom prst="roundRect">
            <a:avLst>
              <a:gd fmla="val 11988" name="adj"/>
            </a:avLst>
          </a:prstGeom>
          <a:no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50"/>
          <p:cNvSpPr txBox="1"/>
          <p:nvPr/>
        </p:nvSpPr>
        <p:spPr>
          <a:xfrm>
            <a:off x="8648700" y="4634984"/>
            <a:ext cx="141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pic>
        <p:nvPicPr>
          <p:cNvPr id="276" name="Google Shape;276;p50" title="Qita page breaker.png"/>
          <p:cNvPicPr preferRelativeResize="0"/>
          <p:nvPr/>
        </p:nvPicPr>
        <p:blipFill>
          <a:blip r:embed="rId3">
            <a:alphaModFix/>
          </a:blip>
          <a:stretch>
            <a:fillRect/>
          </a:stretch>
        </p:blipFill>
        <p:spPr>
          <a:xfrm>
            <a:off x="779393" y="938044"/>
            <a:ext cx="3172557" cy="4205455"/>
          </a:xfrm>
          <a:prstGeom prst="rect">
            <a:avLst/>
          </a:prstGeom>
          <a:noFill/>
          <a:ln>
            <a:noFill/>
          </a:ln>
        </p:spPr>
      </p:pic>
      <p:sp>
        <p:nvSpPr>
          <p:cNvPr id="277" name="Google Shape;277;p50"/>
          <p:cNvSpPr txBox="1"/>
          <p:nvPr>
            <p:ph type="ctrTitle"/>
          </p:nvPr>
        </p:nvSpPr>
        <p:spPr>
          <a:xfrm>
            <a:off x="5048651" y="1568650"/>
            <a:ext cx="3903900" cy="708300"/>
          </a:xfrm>
          <a:prstGeom prst="rect">
            <a:avLst/>
          </a:prstGeom>
        </p:spPr>
        <p:txBody>
          <a:bodyPr anchorCtr="0" anchor="ctr" bIns="34275" lIns="68575" spcFirstLastPara="1" rIns="68575" wrap="square" tIns="34275">
            <a:normAutofit/>
          </a:bodyPr>
          <a:lstStyle/>
          <a:p>
            <a:pPr indent="0" lvl="0" marL="0" rtl="0" algn="l">
              <a:lnSpc>
                <a:spcPct val="115000"/>
              </a:lnSpc>
              <a:spcBef>
                <a:spcPts val="1200"/>
              </a:spcBef>
              <a:spcAft>
                <a:spcPts val="1200"/>
              </a:spcAft>
              <a:buNone/>
            </a:pPr>
            <a:r>
              <a:rPr b="1" lang="en-GB" sz="2300">
                <a:solidFill>
                  <a:srgbClr val="0C57C2"/>
                </a:solidFill>
                <a:latin typeface="Inter"/>
                <a:ea typeface="Inter"/>
                <a:cs typeface="Inter"/>
                <a:sym typeface="Inter"/>
              </a:rPr>
              <a:t>Introduction</a:t>
            </a:r>
            <a:endParaRPr b="1" sz="2300">
              <a:latin typeface="Inter"/>
              <a:ea typeface="Inter"/>
              <a:cs typeface="Inter"/>
              <a:sym typeface="Inter"/>
            </a:endParaRPr>
          </a:p>
        </p:txBody>
      </p:sp>
      <p:sp>
        <p:nvSpPr>
          <p:cNvPr id="278" name="Google Shape;278;p50"/>
          <p:cNvSpPr txBox="1"/>
          <p:nvPr>
            <p:ph idx="1" type="subTitle"/>
          </p:nvPr>
        </p:nvSpPr>
        <p:spPr>
          <a:xfrm>
            <a:off x="4572000" y="2268300"/>
            <a:ext cx="3709200" cy="916200"/>
          </a:xfrm>
          <a:prstGeom prst="rect">
            <a:avLst/>
          </a:prstGeom>
        </p:spPr>
        <p:txBody>
          <a:bodyPr anchorCtr="0" anchor="t" bIns="34275" lIns="68575" spcFirstLastPara="1" rIns="68575" wrap="square" tIns="34275">
            <a:noAutofit/>
          </a:bodyPr>
          <a:lstStyle/>
          <a:p>
            <a:pPr indent="0" lvl="0" marL="0" rtl="0" algn="l">
              <a:lnSpc>
                <a:spcPct val="95000"/>
              </a:lnSpc>
              <a:spcBef>
                <a:spcPts val="1200"/>
              </a:spcBef>
              <a:spcAft>
                <a:spcPts val="0"/>
              </a:spcAft>
              <a:buNone/>
            </a:pPr>
            <a:r>
              <a:rPr lang="en-GB" sz="1400">
                <a:solidFill>
                  <a:srgbClr val="666666"/>
                </a:solidFill>
                <a:highlight>
                  <a:srgbClr val="FFFFFF"/>
                </a:highlight>
                <a:latin typeface="Inter"/>
                <a:ea typeface="Inter"/>
                <a:cs typeface="Inter"/>
                <a:sym typeface="Inter"/>
              </a:rPr>
              <a:t>Konsolidasi Hari Ini, Memperkuat BRI Masa Depan</a:t>
            </a:r>
            <a:endParaRPr sz="100">
              <a:solidFill>
                <a:srgbClr val="666666"/>
              </a:solidFill>
              <a:latin typeface="Inter"/>
              <a:ea typeface="Inter"/>
              <a:cs typeface="Inter"/>
              <a:sym typeface="Inter"/>
            </a:endParaRPr>
          </a:p>
        </p:txBody>
      </p:sp>
      <p:cxnSp>
        <p:nvCxnSpPr>
          <p:cNvPr id="279" name="Google Shape;279;p50"/>
          <p:cNvCxnSpPr/>
          <p:nvPr/>
        </p:nvCxnSpPr>
        <p:spPr>
          <a:xfrm>
            <a:off x="4718700" y="3574775"/>
            <a:ext cx="3778200" cy="0"/>
          </a:xfrm>
          <a:prstGeom prst="straightConnector1">
            <a:avLst/>
          </a:prstGeom>
          <a:noFill/>
          <a:ln cap="flat" cmpd="sng" w="9525">
            <a:solidFill>
              <a:schemeClr val="dk2"/>
            </a:solidFill>
            <a:prstDash val="solid"/>
            <a:round/>
            <a:headEnd len="med" w="med" type="none"/>
            <a:tailEnd len="med" w="med" type="none"/>
          </a:ln>
        </p:spPr>
      </p:cxnSp>
      <p:sp>
        <p:nvSpPr>
          <p:cNvPr id="280" name="Google Shape;280;p50"/>
          <p:cNvSpPr txBox="1"/>
          <p:nvPr>
            <p:ph idx="1" type="subTitle"/>
          </p:nvPr>
        </p:nvSpPr>
        <p:spPr>
          <a:xfrm>
            <a:off x="4572000" y="3634825"/>
            <a:ext cx="4260300" cy="626700"/>
          </a:xfrm>
          <a:prstGeom prst="rect">
            <a:avLst/>
          </a:prstGeom>
        </p:spPr>
        <p:txBody>
          <a:bodyPr anchorCtr="0" anchor="t" bIns="34275" lIns="68575" spcFirstLastPara="1" rIns="68575" wrap="square" tIns="34275">
            <a:normAutofit/>
          </a:bodyPr>
          <a:lstStyle/>
          <a:p>
            <a:pPr indent="0" lvl="0" marL="0" rtl="0" algn="l">
              <a:lnSpc>
                <a:spcPct val="115000"/>
              </a:lnSpc>
              <a:spcBef>
                <a:spcPts val="800"/>
              </a:spcBef>
              <a:spcAft>
                <a:spcPts val="0"/>
              </a:spcAft>
              <a:buNone/>
            </a:pPr>
            <a:r>
              <a:rPr b="1" lang="en-GB" sz="1300">
                <a:solidFill>
                  <a:srgbClr val="0C57C2"/>
                </a:solidFill>
                <a:latin typeface="Inter"/>
                <a:ea typeface="Inter"/>
                <a:cs typeface="Inter"/>
                <a:sym typeface="Inter"/>
              </a:rPr>
              <a:t>PT. Bank Rakyat Indonesia (Persero) Tbk</a:t>
            </a:r>
            <a:endParaRPr b="1" sz="1300">
              <a:solidFill>
                <a:srgbClr val="0C57C2"/>
              </a:solidFill>
              <a:latin typeface="Inter"/>
              <a:ea typeface="Inter"/>
              <a:cs typeface="Inter"/>
              <a:sym typeface="Inter"/>
            </a:endParaRPr>
          </a:p>
          <a:p>
            <a:pPr indent="0" lvl="0" marL="0" rtl="0" algn="l">
              <a:lnSpc>
                <a:spcPct val="115000"/>
              </a:lnSpc>
              <a:spcBef>
                <a:spcPts val="800"/>
              </a:spcBef>
              <a:spcAft>
                <a:spcPts val="0"/>
              </a:spcAft>
              <a:buNone/>
            </a:pPr>
            <a:r>
              <a:rPr lang="en-GB" sz="1300">
                <a:solidFill>
                  <a:srgbClr val="0C57C2"/>
                </a:solidFill>
                <a:latin typeface="Inter"/>
                <a:ea typeface="Inter"/>
                <a:cs typeface="Inter"/>
                <a:sym typeface="Inter"/>
              </a:rPr>
              <a:t>(Day, DD/MM/YYYY)</a:t>
            </a:r>
            <a:endParaRPr sz="1300">
              <a:solidFill>
                <a:srgbClr val="0C57C2"/>
              </a:solidFill>
              <a:latin typeface="Inter"/>
              <a:ea typeface="Inter"/>
              <a:cs typeface="Inter"/>
              <a:sym typeface="Inter"/>
            </a:endParaRPr>
          </a:p>
        </p:txBody>
      </p:sp>
      <p:sp>
        <p:nvSpPr>
          <p:cNvPr id="281" name="Google Shape;281;p50"/>
          <p:cNvSpPr txBox="1"/>
          <p:nvPr>
            <p:ph type="ctrTitle"/>
          </p:nvPr>
        </p:nvSpPr>
        <p:spPr>
          <a:xfrm>
            <a:off x="4573602" y="1568650"/>
            <a:ext cx="531900" cy="708300"/>
          </a:xfrm>
          <a:prstGeom prst="rect">
            <a:avLst/>
          </a:prstGeom>
        </p:spPr>
        <p:txBody>
          <a:bodyPr anchorCtr="0" anchor="ctr" bIns="34275" lIns="68575" spcFirstLastPara="1" rIns="68575" wrap="square" tIns="34275">
            <a:normAutofit/>
          </a:bodyPr>
          <a:lstStyle/>
          <a:p>
            <a:pPr indent="0" lvl="0" marL="0" rtl="0" algn="l">
              <a:lnSpc>
                <a:spcPct val="115000"/>
              </a:lnSpc>
              <a:spcBef>
                <a:spcPts val="1200"/>
              </a:spcBef>
              <a:spcAft>
                <a:spcPts val="1200"/>
              </a:spcAft>
              <a:buNone/>
            </a:pPr>
            <a:r>
              <a:rPr b="1" lang="en-GB" sz="3200">
                <a:solidFill>
                  <a:srgbClr val="0C57C2"/>
                </a:solidFill>
                <a:latin typeface="Inter"/>
                <a:ea typeface="Inter"/>
                <a:cs typeface="Inter"/>
                <a:sym typeface="Inter"/>
              </a:rPr>
              <a:t>1.</a:t>
            </a:r>
            <a:endParaRPr b="1">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1"/>
          <p:cNvSpPr/>
          <p:nvPr/>
        </p:nvSpPr>
        <p:spPr>
          <a:xfrm>
            <a:off x="381000" y="1431275"/>
            <a:ext cx="1512900" cy="3203700"/>
          </a:xfrm>
          <a:prstGeom prst="roundRect">
            <a:avLst>
              <a:gd fmla="val 12030" name="adj"/>
            </a:avLst>
          </a:prstGeom>
          <a:solidFill>
            <a:schemeClr val="lt1"/>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51"/>
          <p:cNvSpPr txBox="1"/>
          <p:nvPr/>
        </p:nvSpPr>
        <p:spPr>
          <a:xfrm>
            <a:off x="8648700" y="4634984"/>
            <a:ext cx="141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sp>
        <p:nvSpPr>
          <p:cNvPr id="288" name="Google Shape;288;p51"/>
          <p:cNvSpPr txBox="1"/>
          <p:nvPr>
            <p:ph idx="4294967295" type="subTitle"/>
          </p:nvPr>
        </p:nvSpPr>
        <p:spPr>
          <a:xfrm>
            <a:off x="311700" y="876046"/>
            <a:ext cx="4442100" cy="446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n-GB">
                <a:solidFill>
                  <a:srgbClr val="0C57C2"/>
                </a:solidFill>
                <a:latin typeface="Inter"/>
                <a:ea typeface="Inter"/>
                <a:cs typeface="Inter"/>
                <a:sym typeface="Inter"/>
              </a:rPr>
              <a:t>Title page</a:t>
            </a:r>
            <a:endParaRPr b="1" sz="1800">
              <a:solidFill>
                <a:srgbClr val="0C57C2"/>
              </a:solidFill>
              <a:latin typeface="Inter"/>
              <a:ea typeface="Inter"/>
              <a:cs typeface="Inter"/>
              <a:sym typeface="Inter"/>
            </a:endParaRPr>
          </a:p>
        </p:txBody>
      </p:sp>
      <p:sp>
        <p:nvSpPr>
          <p:cNvPr id="289" name="Google Shape;289;p51"/>
          <p:cNvSpPr/>
          <p:nvPr/>
        </p:nvSpPr>
        <p:spPr>
          <a:xfrm>
            <a:off x="381000" y="1423150"/>
            <a:ext cx="1512900" cy="694800"/>
          </a:xfrm>
          <a:prstGeom prst="round2SameRect">
            <a:avLst>
              <a:gd fmla="val 26810" name="adj1"/>
              <a:gd fmla="val 0" name="adj2"/>
            </a:avLst>
          </a:prstGeom>
          <a:solidFill>
            <a:srgbClr val="09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290" name="Google Shape;290;p51"/>
          <p:cNvGraphicFramePr/>
          <p:nvPr/>
        </p:nvGraphicFramePr>
        <p:xfrm>
          <a:off x="512334" y="1607650"/>
          <a:ext cx="3000000" cy="3000000"/>
        </p:xfrm>
        <a:graphic>
          <a:graphicData uri="http://schemas.openxmlformats.org/drawingml/2006/table">
            <a:tbl>
              <a:tblPr>
                <a:noFill/>
                <a:tableStyleId>{261CF25B-A5F9-4013-B32F-E248E59510A2}</a:tableStyleId>
              </a:tblPr>
              <a:tblGrid>
                <a:gridCol w="1246400"/>
              </a:tblGrid>
              <a:tr h="420825">
                <a:tc>
                  <a:txBody>
                    <a:bodyPr/>
                    <a:lstStyle/>
                    <a:p>
                      <a:pPr indent="0" lvl="0" marL="0" rtl="0" algn="ctr">
                        <a:spcBef>
                          <a:spcPts val="0"/>
                        </a:spcBef>
                        <a:spcAft>
                          <a:spcPts val="0"/>
                        </a:spcAft>
                        <a:buNone/>
                      </a:pPr>
                      <a:r>
                        <a:rPr b="1" lang="en-GB">
                          <a:solidFill>
                            <a:schemeClr val="lt1"/>
                          </a:solidFill>
                          <a:latin typeface="Inter"/>
                          <a:ea typeface="Inter"/>
                          <a:cs typeface="Inter"/>
                          <a:sym typeface="Inter"/>
                        </a:rPr>
                        <a:t>Point 1</a:t>
                      </a:r>
                      <a:endParaRPr b="1">
                        <a:solidFill>
                          <a:schemeClr val="lt1"/>
                        </a:solidFill>
                        <a:latin typeface="Inter"/>
                        <a:ea typeface="Inter"/>
                        <a:cs typeface="Inter"/>
                        <a:sym typeface="Inte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71C4E8"/>
                      </a:solidFill>
                      <a:prstDash val="solid"/>
                      <a:round/>
                      <a:headEnd len="sm" w="sm" type="none"/>
                      <a:tailEnd len="sm" w="sm" type="none"/>
                    </a:lnB>
                  </a:tcPr>
                </a:tc>
              </a:tr>
              <a:tr h="516000">
                <a:tc rowSpan="5">
                  <a:txBody>
                    <a:bodyPr/>
                    <a:lstStyle/>
                    <a:p>
                      <a:pPr indent="0" lvl="0" marL="0" rtl="0" algn="ctr">
                        <a:spcBef>
                          <a:spcPts val="0"/>
                        </a:spcBef>
                        <a:spcAft>
                          <a:spcPts val="0"/>
                        </a:spcAft>
                        <a:buNone/>
                      </a:pPr>
                      <a:r>
                        <a:t/>
                      </a:r>
                      <a:endParaRPr>
                        <a:latin typeface="Inter"/>
                        <a:ea typeface="Inter"/>
                        <a:cs typeface="Inter"/>
                        <a:sym typeface="Inte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71C4E8"/>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96200">
                <a:tc vMerge="1"/>
              </a:tr>
              <a:tr h="496200">
                <a:tc vMerge="1"/>
              </a:tr>
              <a:tr h="496200">
                <a:tc vMerge="1"/>
              </a:tr>
              <a:tr h="496200">
                <a:tc vMerge="1"/>
              </a:tr>
            </a:tbl>
          </a:graphicData>
        </a:graphic>
      </p:graphicFrame>
      <p:sp>
        <p:nvSpPr>
          <p:cNvPr id="291" name="Google Shape;291;p51"/>
          <p:cNvSpPr/>
          <p:nvPr/>
        </p:nvSpPr>
        <p:spPr>
          <a:xfrm>
            <a:off x="2097725" y="1431275"/>
            <a:ext cx="1512900" cy="3203700"/>
          </a:xfrm>
          <a:prstGeom prst="roundRect">
            <a:avLst>
              <a:gd fmla="val 12030" name="adj"/>
            </a:avLst>
          </a:prstGeom>
          <a:solidFill>
            <a:schemeClr val="lt1"/>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51"/>
          <p:cNvSpPr/>
          <p:nvPr/>
        </p:nvSpPr>
        <p:spPr>
          <a:xfrm>
            <a:off x="2097725" y="1423150"/>
            <a:ext cx="1512900" cy="694800"/>
          </a:xfrm>
          <a:prstGeom prst="round2SameRect">
            <a:avLst>
              <a:gd fmla="val 26810" name="adj1"/>
              <a:gd fmla="val 0" name="adj2"/>
            </a:avLst>
          </a:prstGeom>
          <a:solidFill>
            <a:srgbClr val="09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293" name="Google Shape;293;p51"/>
          <p:cNvGraphicFramePr/>
          <p:nvPr/>
        </p:nvGraphicFramePr>
        <p:xfrm>
          <a:off x="2229059" y="1607650"/>
          <a:ext cx="3000000" cy="3000000"/>
        </p:xfrm>
        <a:graphic>
          <a:graphicData uri="http://schemas.openxmlformats.org/drawingml/2006/table">
            <a:tbl>
              <a:tblPr>
                <a:noFill/>
                <a:tableStyleId>{261CF25B-A5F9-4013-B32F-E248E59510A2}</a:tableStyleId>
              </a:tblPr>
              <a:tblGrid>
                <a:gridCol w="1246400"/>
              </a:tblGrid>
              <a:tr h="420825">
                <a:tc>
                  <a:txBody>
                    <a:bodyPr/>
                    <a:lstStyle/>
                    <a:p>
                      <a:pPr indent="0" lvl="0" marL="0" rtl="0" algn="ctr">
                        <a:spcBef>
                          <a:spcPts val="0"/>
                        </a:spcBef>
                        <a:spcAft>
                          <a:spcPts val="0"/>
                        </a:spcAft>
                        <a:buNone/>
                      </a:pPr>
                      <a:r>
                        <a:rPr b="1" lang="en-GB">
                          <a:solidFill>
                            <a:schemeClr val="lt1"/>
                          </a:solidFill>
                          <a:latin typeface="Inter"/>
                          <a:ea typeface="Inter"/>
                          <a:cs typeface="Inter"/>
                          <a:sym typeface="Inter"/>
                        </a:rPr>
                        <a:t>Point 2</a:t>
                      </a:r>
                      <a:endParaRPr b="1">
                        <a:solidFill>
                          <a:schemeClr val="lt1"/>
                        </a:solidFill>
                        <a:latin typeface="Inter"/>
                        <a:ea typeface="Inter"/>
                        <a:cs typeface="Inter"/>
                        <a:sym typeface="Inte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71C4E8"/>
                      </a:solidFill>
                      <a:prstDash val="solid"/>
                      <a:round/>
                      <a:headEnd len="sm" w="sm" type="none"/>
                      <a:tailEnd len="sm" w="sm" type="none"/>
                    </a:lnB>
                  </a:tcPr>
                </a:tc>
              </a:tr>
              <a:tr h="516000">
                <a:tc rowSpan="5">
                  <a:txBody>
                    <a:bodyPr/>
                    <a:lstStyle/>
                    <a:p>
                      <a:pPr indent="0" lvl="0" marL="0" rtl="0" algn="ctr">
                        <a:spcBef>
                          <a:spcPts val="0"/>
                        </a:spcBef>
                        <a:spcAft>
                          <a:spcPts val="0"/>
                        </a:spcAft>
                        <a:buNone/>
                      </a:pPr>
                      <a:r>
                        <a:t/>
                      </a:r>
                      <a:endParaRPr>
                        <a:latin typeface="Inter"/>
                        <a:ea typeface="Inter"/>
                        <a:cs typeface="Inter"/>
                        <a:sym typeface="Inte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71C4E8"/>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96200">
                <a:tc vMerge="1"/>
              </a:tr>
              <a:tr h="496200">
                <a:tc vMerge="1"/>
              </a:tr>
              <a:tr h="496200">
                <a:tc vMerge="1"/>
              </a:tr>
              <a:tr h="496200">
                <a:tc vMerge="1"/>
              </a:tr>
            </a:tbl>
          </a:graphicData>
        </a:graphic>
      </p:graphicFrame>
      <p:sp>
        <p:nvSpPr>
          <p:cNvPr id="294" name="Google Shape;294;p51"/>
          <p:cNvSpPr/>
          <p:nvPr/>
        </p:nvSpPr>
        <p:spPr>
          <a:xfrm>
            <a:off x="3814450" y="1431275"/>
            <a:ext cx="1512900" cy="3203700"/>
          </a:xfrm>
          <a:prstGeom prst="roundRect">
            <a:avLst>
              <a:gd fmla="val 12030" name="adj"/>
            </a:avLst>
          </a:prstGeom>
          <a:solidFill>
            <a:schemeClr val="lt1"/>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51"/>
          <p:cNvSpPr/>
          <p:nvPr/>
        </p:nvSpPr>
        <p:spPr>
          <a:xfrm>
            <a:off x="3814450" y="1423150"/>
            <a:ext cx="1512900" cy="694800"/>
          </a:xfrm>
          <a:prstGeom prst="round2SameRect">
            <a:avLst>
              <a:gd fmla="val 26810" name="adj1"/>
              <a:gd fmla="val 0" name="adj2"/>
            </a:avLst>
          </a:prstGeom>
          <a:solidFill>
            <a:srgbClr val="09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296" name="Google Shape;296;p51"/>
          <p:cNvGraphicFramePr/>
          <p:nvPr/>
        </p:nvGraphicFramePr>
        <p:xfrm>
          <a:off x="3945784" y="1607650"/>
          <a:ext cx="3000000" cy="3000000"/>
        </p:xfrm>
        <a:graphic>
          <a:graphicData uri="http://schemas.openxmlformats.org/drawingml/2006/table">
            <a:tbl>
              <a:tblPr>
                <a:noFill/>
                <a:tableStyleId>{261CF25B-A5F9-4013-B32F-E248E59510A2}</a:tableStyleId>
              </a:tblPr>
              <a:tblGrid>
                <a:gridCol w="1246400"/>
              </a:tblGrid>
              <a:tr h="420825">
                <a:tc>
                  <a:txBody>
                    <a:bodyPr/>
                    <a:lstStyle/>
                    <a:p>
                      <a:pPr indent="0" lvl="0" marL="0" rtl="0" algn="ctr">
                        <a:spcBef>
                          <a:spcPts val="0"/>
                        </a:spcBef>
                        <a:spcAft>
                          <a:spcPts val="0"/>
                        </a:spcAft>
                        <a:buNone/>
                      </a:pPr>
                      <a:r>
                        <a:rPr b="1" lang="en-GB">
                          <a:solidFill>
                            <a:schemeClr val="lt1"/>
                          </a:solidFill>
                          <a:latin typeface="Inter"/>
                          <a:ea typeface="Inter"/>
                          <a:cs typeface="Inter"/>
                          <a:sym typeface="Inter"/>
                        </a:rPr>
                        <a:t>Point 3</a:t>
                      </a:r>
                      <a:endParaRPr b="1">
                        <a:solidFill>
                          <a:schemeClr val="lt1"/>
                        </a:solidFill>
                        <a:latin typeface="Inter"/>
                        <a:ea typeface="Inter"/>
                        <a:cs typeface="Inter"/>
                        <a:sym typeface="Inte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71C4E8"/>
                      </a:solidFill>
                      <a:prstDash val="solid"/>
                      <a:round/>
                      <a:headEnd len="sm" w="sm" type="none"/>
                      <a:tailEnd len="sm" w="sm" type="none"/>
                    </a:lnB>
                  </a:tcPr>
                </a:tc>
              </a:tr>
              <a:tr h="516000">
                <a:tc rowSpan="5">
                  <a:txBody>
                    <a:bodyPr/>
                    <a:lstStyle/>
                    <a:p>
                      <a:pPr indent="0" lvl="0" marL="0" rtl="0" algn="ctr">
                        <a:spcBef>
                          <a:spcPts val="0"/>
                        </a:spcBef>
                        <a:spcAft>
                          <a:spcPts val="0"/>
                        </a:spcAft>
                        <a:buNone/>
                      </a:pPr>
                      <a:r>
                        <a:t/>
                      </a:r>
                      <a:endParaRPr>
                        <a:latin typeface="Inter"/>
                        <a:ea typeface="Inter"/>
                        <a:cs typeface="Inter"/>
                        <a:sym typeface="Inte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71C4E8"/>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96200">
                <a:tc vMerge="1"/>
              </a:tr>
              <a:tr h="496200">
                <a:tc vMerge="1"/>
              </a:tr>
              <a:tr h="496200">
                <a:tc vMerge="1"/>
              </a:tr>
              <a:tr h="496200">
                <a:tc vMerge="1"/>
              </a:tr>
            </a:tbl>
          </a:graphicData>
        </a:graphic>
      </p:graphicFrame>
      <p:sp>
        <p:nvSpPr>
          <p:cNvPr id="297" name="Google Shape;297;p51"/>
          <p:cNvSpPr/>
          <p:nvPr/>
        </p:nvSpPr>
        <p:spPr>
          <a:xfrm>
            <a:off x="5531175" y="1431275"/>
            <a:ext cx="1512900" cy="3203700"/>
          </a:xfrm>
          <a:prstGeom prst="roundRect">
            <a:avLst>
              <a:gd fmla="val 12030" name="adj"/>
            </a:avLst>
          </a:prstGeom>
          <a:solidFill>
            <a:schemeClr val="lt1"/>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 name="Google Shape;298;p51"/>
          <p:cNvSpPr/>
          <p:nvPr/>
        </p:nvSpPr>
        <p:spPr>
          <a:xfrm>
            <a:off x="5531175" y="1423150"/>
            <a:ext cx="1512900" cy="694800"/>
          </a:xfrm>
          <a:prstGeom prst="round2SameRect">
            <a:avLst>
              <a:gd fmla="val 26810" name="adj1"/>
              <a:gd fmla="val 0" name="adj2"/>
            </a:avLst>
          </a:prstGeom>
          <a:solidFill>
            <a:srgbClr val="09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299" name="Google Shape;299;p51"/>
          <p:cNvGraphicFramePr/>
          <p:nvPr/>
        </p:nvGraphicFramePr>
        <p:xfrm>
          <a:off x="5662509" y="1607650"/>
          <a:ext cx="3000000" cy="3000000"/>
        </p:xfrm>
        <a:graphic>
          <a:graphicData uri="http://schemas.openxmlformats.org/drawingml/2006/table">
            <a:tbl>
              <a:tblPr>
                <a:noFill/>
                <a:tableStyleId>{261CF25B-A5F9-4013-B32F-E248E59510A2}</a:tableStyleId>
              </a:tblPr>
              <a:tblGrid>
                <a:gridCol w="1246400"/>
              </a:tblGrid>
              <a:tr h="420825">
                <a:tc>
                  <a:txBody>
                    <a:bodyPr/>
                    <a:lstStyle/>
                    <a:p>
                      <a:pPr indent="0" lvl="0" marL="0" rtl="0" algn="ctr">
                        <a:spcBef>
                          <a:spcPts val="0"/>
                        </a:spcBef>
                        <a:spcAft>
                          <a:spcPts val="0"/>
                        </a:spcAft>
                        <a:buNone/>
                      </a:pPr>
                      <a:r>
                        <a:rPr b="1" lang="en-GB">
                          <a:solidFill>
                            <a:schemeClr val="lt1"/>
                          </a:solidFill>
                          <a:latin typeface="Inter"/>
                          <a:ea typeface="Inter"/>
                          <a:cs typeface="Inter"/>
                          <a:sym typeface="Inter"/>
                        </a:rPr>
                        <a:t>Point 4</a:t>
                      </a:r>
                      <a:endParaRPr b="1">
                        <a:solidFill>
                          <a:schemeClr val="lt1"/>
                        </a:solidFill>
                        <a:latin typeface="Inter"/>
                        <a:ea typeface="Inter"/>
                        <a:cs typeface="Inter"/>
                        <a:sym typeface="Inte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71C4E8"/>
                      </a:solidFill>
                      <a:prstDash val="solid"/>
                      <a:round/>
                      <a:headEnd len="sm" w="sm" type="none"/>
                      <a:tailEnd len="sm" w="sm" type="none"/>
                    </a:lnB>
                  </a:tcPr>
                </a:tc>
              </a:tr>
              <a:tr h="516000">
                <a:tc rowSpan="5">
                  <a:txBody>
                    <a:bodyPr/>
                    <a:lstStyle/>
                    <a:p>
                      <a:pPr indent="0" lvl="0" marL="0" rtl="0" algn="ctr">
                        <a:spcBef>
                          <a:spcPts val="0"/>
                        </a:spcBef>
                        <a:spcAft>
                          <a:spcPts val="0"/>
                        </a:spcAft>
                        <a:buNone/>
                      </a:pPr>
                      <a:r>
                        <a:t/>
                      </a:r>
                      <a:endParaRPr>
                        <a:latin typeface="Inter"/>
                        <a:ea typeface="Inter"/>
                        <a:cs typeface="Inter"/>
                        <a:sym typeface="Inte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71C4E8"/>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96200">
                <a:tc vMerge="1"/>
              </a:tr>
              <a:tr h="496200">
                <a:tc vMerge="1"/>
              </a:tr>
              <a:tr h="496200">
                <a:tc vMerge="1"/>
              </a:tr>
              <a:tr h="496200">
                <a:tc vMerge="1"/>
              </a:tr>
            </a:tbl>
          </a:graphicData>
        </a:graphic>
      </p:graphicFrame>
      <p:sp>
        <p:nvSpPr>
          <p:cNvPr id="300" name="Google Shape;300;p51"/>
          <p:cNvSpPr/>
          <p:nvPr/>
        </p:nvSpPr>
        <p:spPr>
          <a:xfrm>
            <a:off x="7247900" y="1431275"/>
            <a:ext cx="1512900" cy="3203700"/>
          </a:xfrm>
          <a:prstGeom prst="roundRect">
            <a:avLst>
              <a:gd fmla="val 12030" name="adj"/>
            </a:avLst>
          </a:prstGeom>
          <a:solidFill>
            <a:schemeClr val="lt1"/>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51"/>
          <p:cNvSpPr/>
          <p:nvPr/>
        </p:nvSpPr>
        <p:spPr>
          <a:xfrm>
            <a:off x="7247900" y="1423150"/>
            <a:ext cx="1512900" cy="694800"/>
          </a:xfrm>
          <a:prstGeom prst="round2SameRect">
            <a:avLst>
              <a:gd fmla="val 26810" name="adj1"/>
              <a:gd fmla="val 0" name="adj2"/>
            </a:avLst>
          </a:prstGeom>
          <a:solidFill>
            <a:srgbClr val="09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302" name="Google Shape;302;p51"/>
          <p:cNvGraphicFramePr/>
          <p:nvPr/>
        </p:nvGraphicFramePr>
        <p:xfrm>
          <a:off x="7379234" y="1607650"/>
          <a:ext cx="3000000" cy="3000000"/>
        </p:xfrm>
        <a:graphic>
          <a:graphicData uri="http://schemas.openxmlformats.org/drawingml/2006/table">
            <a:tbl>
              <a:tblPr>
                <a:noFill/>
                <a:tableStyleId>{261CF25B-A5F9-4013-B32F-E248E59510A2}</a:tableStyleId>
              </a:tblPr>
              <a:tblGrid>
                <a:gridCol w="1246400"/>
              </a:tblGrid>
              <a:tr h="420825">
                <a:tc>
                  <a:txBody>
                    <a:bodyPr/>
                    <a:lstStyle/>
                    <a:p>
                      <a:pPr indent="0" lvl="0" marL="0" rtl="0" algn="ctr">
                        <a:spcBef>
                          <a:spcPts val="0"/>
                        </a:spcBef>
                        <a:spcAft>
                          <a:spcPts val="0"/>
                        </a:spcAft>
                        <a:buNone/>
                      </a:pPr>
                      <a:r>
                        <a:rPr b="1" lang="en-GB">
                          <a:solidFill>
                            <a:schemeClr val="lt1"/>
                          </a:solidFill>
                          <a:latin typeface="Inter"/>
                          <a:ea typeface="Inter"/>
                          <a:cs typeface="Inter"/>
                          <a:sym typeface="Inter"/>
                        </a:rPr>
                        <a:t>Point 5</a:t>
                      </a:r>
                      <a:endParaRPr b="1">
                        <a:solidFill>
                          <a:schemeClr val="lt1"/>
                        </a:solidFill>
                        <a:latin typeface="Inter"/>
                        <a:ea typeface="Inter"/>
                        <a:cs typeface="Inter"/>
                        <a:sym typeface="Inte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71C4E8"/>
                      </a:solidFill>
                      <a:prstDash val="solid"/>
                      <a:round/>
                      <a:headEnd len="sm" w="sm" type="none"/>
                      <a:tailEnd len="sm" w="sm" type="none"/>
                    </a:lnB>
                  </a:tcPr>
                </a:tc>
              </a:tr>
              <a:tr h="516000">
                <a:tc rowSpan="5">
                  <a:txBody>
                    <a:bodyPr/>
                    <a:lstStyle/>
                    <a:p>
                      <a:pPr indent="0" lvl="0" marL="0" rtl="0" algn="ctr">
                        <a:spcBef>
                          <a:spcPts val="0"/>
                        </a:spcBef>
                        <a:spcAft>
                          <a:spcPts val="0"/>
                        </a:spcAft>
                        <a:buNone/>
                      </a:pPr>
                      <a:r>
                        <a:t/>
                      </a:r>
                      <a:endParaRPr>
                        <a:latin typeface="Inter"/>
                        <a:ea typeface="Inter"/>
                        <a:cs typeface="Inter"/>
                        <a:sym typeface="Inte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71C4E8"/>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96200">
                <a:tc vMerge="1"/>
              </a:tr>
              <a:tr h="496200">
                <a:tc vMerge="1"/>
              </a:tr>
              <a:tr h="496200">
                <a:tc vMerge="1"/>
              </a:tr>
              <a:tr h="496200">
                <a:tc vMerge="1"/>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2"/>
          <p:cNvSpPr txBox="1"/>
          <p:nvPr/>
        </p:nvSpPr>
        <p:spPr>
          <a:xfrm>
            <a:off x="8648700" y="4634984"/>
            <a:ext cx="141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cxnSp>
        <p:nvCxnSpPr>
          <p:cNvPr id="308" name="Google Shape;308;p52"/>
          <p:cNvCxnSpPr/>
          <p:nvPr/>
        </p:nvCxnSpPr>
        <p:spPr>
          <a:xfrm>
            <a:off x="501334" y="2469300"/>
            <a:ext cx="7949400" cy="0"/>
          </a:xfrm>
          <a:prstGeom prst="straightConnector1">
            <a:avLst/>
          </a:prstGeom>
          <a:noFill/>
          <a:ln cap="flat" cmpd="sng" w="19050">
            <a:solidFill>
              <a:srgbClr val="0070C0"/>
            </a:solidFill>
            <a:prstDash val="solid"/>
            <a:round/>
            <a:headEnd len="med" w="med" type="oval"/>
            <a:tailEnd len="med" w="med" type="oval"/>
          </a:ln>
        </p:spPr>
      </p:cxnSp>
      <p:sp>
        <p:nvSpPr>
          <p:cNvPr id="309" name="Google Shape;309;p52"/>
          <p:cNvSpPr/>
          <p:nvPr/>
        </p:nvSpPr>
        <p:spPr>
          <a:xfrm>
            <a:off x="2206409" y="1070225"/>
            <a:ext cx="6373500" cy="1986900"/>
          </a:xfrm>
          <a:prstGeom prst="roundRect">
            <a:avLst>
              <a:gd fmla="val 1274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0" name="Google Shape;310;p52"/>
          <p:cNvSpPr/>
          <p:nvPr/>
        </p:nvSpPr>
        <p:spPr>
          <a:xfrm>
            <a:off x="1312709" y="2410478"/>
            <a:ext cx="105900" cy="105900"/>
          </a:xfrm>
          <a:prstGeom prst="ellipse">
            <a:avLst/>
          </a:prstGeom>
          <a:solidFill>
            <a:srgbClr val="0070C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 name="Google Shape;311;p52"/>
          <p:cNvSpPr txBox="1"/>
          <p:nvPr>
            <p:ph idx="4294967295" type="ctrTitle"/>
          </p:nvPr>
        </p:nvSpPr>
        <p:spPr>
          <a:xfrm>
            <a:off x="709065" y="2554259"/>
            <a:ext cx="1309200" cy="708300"/>
          </a:xfrm>
          <a:prstGeom prst="rect">
            <a:avLst/>
          </a:prstGeom>
        </p:spPr>
        <p:txBody>
          <a:bodyPr anchorCtr="0" anchor="ctr" bIns="34275" lIns="68575" spcFirstLastPara="1" rIns="68575" wrap="square" tIns="34275">
            <a:normAutofit/>
          </a:bodyPr>
          <a:lstStyle/>
          <a:p>
            <a:pPr indent="0" lvl="0" marL="0" rtl="0" algn="ctr">
              <a:lnSpc>
                <a:spcPct val="115000"/>
              </a:lnSpc>
              <a:spcBef>
                <a:spcPts val="1200"/>
              </a:spcBef>
              <a:spcAft>
                <a:spcPts val="1200"/>
              </a:spcAft>
              <a:buNone/>
            </a:pPr>
            <a:r>
              <a:rPr b="1" lang="en-GB" sz="1700">
                <a:solidFill>
                  <a:srgbClr val="0C57C2"/>
                </a:solidFill>
                <a:latin typeface="Inter"/>
                <a:ea typeface="Inter"/>
                <a:cs typeface="Inter"/>
                <a:sym typeface="Inter"/>
              </a:rPr>
              <a:t>Phase</a:t>
            </a:r>
            <a:r>
              <a:rPr b="1" lang="en-GB" sz="1700">
                <a:solidFill>
                  <a:srgbClr val="0C57C2"/>
                </a:solidFill>
                <a:latin typeface="Inter"/>
                <a:ea typeface="Inter"/>
                <a:cs typeface="Inter"/>
                <a:sym typeface="Inter"/>
              </a:rPr>
              <a:t> </a:t>
            </a:r>
            <a:r>
              <a:rPr b="1" lang="en-GB" sz="1700">
                <a:solidFill>
                  <a:srgbClr val="0C57C2"/>
                </a:solidFill>
                <a:latin typeface="Inter"/>
                <a:ea typeface="Inter"/>
                <a:cs typeface="Inter"/>
                <a:sym typeface="Inter"/>
              </a:rPr>
              <a:t>1</a:t>
            </a:r>
            <a:endParaRPr b="1" sz="1700">
              <a:latin typeface="Inter"/>
              <a:ea typeface="Inter"/>
              <a:cs typeface="Inter"/>
              <a:sym typeface="Inter"/>
            </a:endParaRPr>
          </a:p>
        </p:txBody>
      </p:sp>
      <p:sp>
        <p:nvSpPr>
          <p:cNvPr id="312" name="Google Shape;312;p52"/>
          <p:cNvSpPr/>
          <p:nvPr/>
        </p:nvSpPr>
        <p:spPr>
          <a:xfrm>
            <a:off x="703505" y="1070222"/>
            <a:ext cx="1309200" cy="1205700"/>
          </a:xfrm>
          <a:prstGeom prst="roundRect">
            <a:avLst>
              <a:gd fmla="val 16667" name="adj"/>
            </a:avLst>
          </a:prstGeom>
          <a:noFill/>
          <a:ln cap="flat" cmpd="sng" w="19050">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Insert text or image here!</a:t>
            </a:r>
            <a:endParaRPr/>
          </a:p>
        </p:txBody>
      </p:sp>
      <p:sp>
        <p:nvSpPr>
          <p:cNvPr id="313" name="Google Shape;313;p52"/>
          <p:cNvSpPr txBox="1"/>
          <p:nvPr>
            <p:ph idx="4294967295" type="subTitle"/>
          </p:nvPr>
        </p:nvSpPr>
        <p:spPr>
          <a:xfrm>
            <a:off x="501334" y="3338750"/>
            <a:ext cx="3505800" cy="1021500"/>
          </a:xfrm>
          <a:prstGeom prst="rect">
            <a:avLst/>
          </a:prstGeom>
        </p:spPr>
        <p:txBody>
          <a:bodyPr anchorCtr="0" anchor="ctr" bIns="95375" lIns="95375" spcFirstLastPara="1" rIns="95375" wrap="square" tIns="95375">
            <a:noAutofit/>
          </a:bodyPr>
          <a:lstStyle/>
          <a:p>
            <a:pPr indent="0" lvl="0" marL="0" rtl="0" algn="just">
              <a:lnSpc>
                <a:spcPct val="100000"/>
              </a:lnSpc>
              <a:spcBef>
                <a:spcPts val="800"/>
              </a:spcBef>
              <a:spcAft>
                <a:spcPts val="1252"/>
              </a:spcAft>
              <a:buNone/>
            </a:pPr>
            <a:r>
              <a:rPr lang="en-GB" sz="835">
                <a:solidFill>
                  <a:schemeClr val="dk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835">
              <a:solidFill>
                <a:srgbClr val="0C57C2"/>
              </a:solidFill>
              <a:latin typeface="Inter"/>
              <a:ea typeface="Inter"/>
              <a:cs typeface="Inter"/>
              <a:sym typeface="Inter"/>
            </a:endParaRPr>
          </a:p>
        </p:txBody>
      </p:sp>
      <p:sp>
        <p:nvSpPr>
          <p:cNvPr id="314" name="Google Shape;314;p52"/>
          <p:cNvSpPr/>
          <p:nvPr/>
        </p:nvSpPr>
        <p:spPr>
          <a:xfrm>
            <a:off x="4201677" y="3366175"/>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1</a:t>
            </a:r>
            <a:endParaRPr b="1">
              <a:solidFill>
                <a:schemeClr val="lt1"/>
              </a:solidFill>
              <a:latin typeface="Inter"/>
              <a:ea typeface="Inter"/>
              <a:cs typeface="Inter"/>
              <a:sym typeface="Inter"/>
            </a:endParaRPr>
          </a:p>
        </p:txBody>
      </p:sp>
      <p:sp>
        <p:nvSpPr>
          <p:cNvPr id="315" name="Google Shape;315;p52"/>
          <p:cNvSpPr txBox="1"/>
          <p:nvPr>
            <p:ph idx="4294967295" type="subTitle"/>
          </p:nvPr>
        </p:nvSpPr>
        <p:spPr>
          <a:xfrm>
            <a:off x="4623011" y="3244375"/>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16" name="Google Shape;316;p52"/>
          <p:cNvSpPr/>
          <p:nvPr/>
        </p:nvSpPr>
        <p:spPr>
          <a:xfrm>
            <a:off x="4201677" y="4048219"/>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2</a:t>
            </a:r>
            <a:endParaRPr b="1">
              <a:solidFill>
                <a:schemeClr val="lt1"/>
              </a:solidFill>
              <a:latin typeface="Inter"/>
              <a:ea typeface="Inter"/>
              <a:cs typeface="Inter"/>
              <a:sym typeface="Inter"/>
            </a:endParaRPr>
          </a:p>
        </p:txBody>
      </p:sp>
      <p:sp>
        <p:nvSpPr>
          <p:cNvPr id="317" name="Google Shape;317;p52"/>
          <p:cNvSpPr/>
          <p:nvPr/>
        </p:nvSpPr>
        <p:spPr>
          <a:xfrm>
            <a:off x="6465077" y="3366175"/>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3</a:t>
            </a:r>
            <a:endParaRPr b="1">
              <a:solidFill>
                <a:schemeClr val="lt1"/>
              </a:solidFill>
              <a:latin typeface="Inter"/>
              <a:ea typeface="Inter"/>
              <a:cs typeface="Inter"/>
              <a:sym typeface="Inter"/>
            </a:endParaRPr>
          </a:p>
        </p:txBody>
      </p:sp>
      <p:sp>
        <p:nvSpPr>
          <p:cNvPr id="318" name="Google Shape;318;p52"/>
          <p:cNvSpPr txBox="1"/>
          <p:nvPr>
            <p:ph idx="4294967295" type="subTitle"/>
          </p:nvPr>
        </p:nvSpPr>
        <p:spPr>
          <a:xfrm>
            <a:off x="6886411" y="3244375"/>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19" name="Google Shape;319;p52"/>
          <p:cNvSpPr/>
          <p:nvPr/>
        </p:nvSpPr>
        <p:spPr>
          <a:xfrm>
            <a:off x="6465077" y="4048219"/>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4</a:t>
            </a:r>
            <a:endParaRPr b="1">
              <a:solidFill>
                <a:schemeClr val="lt1"/>
              </a:solidFill>
              <a:latin typeface="Inter"/>
              <a:ea typeface="Inter"/>
              <a:cs typeface="Inter"/>
              <a:sym typeface="Inter"/>
            </a:endParaRPr>
          </a:p>
        </p:txBody>
      </p:sp>
      <p:sp>
        <p:nvSpPr>
          <p:cNvPr id="320" name="Google Shape;320;p52"/>
          <p:cNvSpPr txBox="1"/>
          <p:nvPr>
            <p:ph idx="4294967295" type="subTitle"/>
          </p:nvPr>
        </p:nvSpPr>
        <p:spPr>
          <a:xfrm>
            <a:off x="6886411" y="3926419"/>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21" name="Google Shape;321;p52"/>
          <p:cNvSpPr txBox="1"/>
          <p:nvPr>
            <p:ph idx="4294967295" type="subTitle"/>
          </p:nvPr>
        </p:nvSpPr>
        <p:spPr>
          <a:xfrm>
            <a:off x="4623011" y="3926419"/>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3"/>
          <p:cNvSpPr txBox="1"/>
          <p:nvPr/>
        </p:nvSpPr>
        <p:spPr>
          <a:xfrm>
            <a:off x="8648700" y="4634984"/>
            <a:ext cx="141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cxnSp>
        <p:nvCxnSpPr>
          <p:cNvPr id="327" name="Google Shape;327;p53"/>
          <p:cNvCxnSpPr/>
          <p:nvPr/>
        </p:nvCxnSpPr>
        <p:spPr>
          <a:xfrm>
            <a:off x="640473" y="2437175"/>
            <a:ext cx="7949400" cy="0"/>
          </a:xfrm>
          <a:prstGeom prst="straightConnector1">
            <a:avLst/>
          </a:prstGeom>
          <a:noFill/>
          <a:ln cap="flat" cmpd="sng" w="19050">
            <a:solidFill>
              <a:srgbClr val="0070C0"/>
            </a:solidFill>
            <a:prstDash val="solid"/>
            <a:round/>
            <a:headEnd len="med" w="med" type="oval"/>
            <a:tailEnd len="med" w="med" type="oval"/>
          </a:ln>
        </p:spPr>
      </p:cxnSp>
      <p:sp>
        <p:nvSpPr>
          <p:cNvPr id="328" name="Google Shape;328;p53"/>
          <p:cNvSpPr/>
          <p:nvPr/>
        </p:nvSpPr>
        <p:spPr>
          <a:xfrm>
            <a:off x="4509498" y="1038100"/>
            <a:ext cx="4209600" cy="1986900"/>
          </a:xfrm>
          <a:prstGeom prst="roundRect">
            <a:avLst>
              <a:gd fmla="val 1274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53"/>
          <p:cNvSpPr txBox="1"/>
          <p:nvPr>
            <p:ph idx="4294967295" type="subTitle"/>
          </p:nvPr>
        </p:nvSpPr>
        <p:spPr>
          <a:xfrm>
            <a:off x="640472" y="3306625"/>
            <a:ext cx="3505800" cy="1021500"/>
          </a:xfrm>
          <a:prstGeom prst="rect">
            <a:avLst/>
          </a:prstGeom>
        </p:spPr>
        <p:txBody>
          <a:bodyPr anchorCtr="0" anchor="ctr" bIns="95375" lIns="95375" spcFirstLastPara="1" rIns="95375" wrap="square" tIns="95375">
            <a:noAutofit/>
          </a:bodyPr>
          <a:lstStyle/>
          <a:p>
            <a:pPr indent="0" lvl="0" marL="0" rtl="0" algn="just">
              <a:lnSpc>
                <a:spcPct val="100000"/>
              </a:lnSpc>
              <a:spcBef>
                <a:spcPts val="800"/>
              </a:spcBef>
              <a:spcAft>
                <a:spcPts val="1252"/>
              </a:spcAft>
              <a:buNone/>
            </a:pPr>
            <a:r>
              <a:rPr lang="en-GB" sz="835">
                <a:solidFill>
                  <a:schemeClr val="dk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835">
              <a:solidFill>
                <a:srgbClr val="0C57C2"/>
              </a:solidFill>
              <a:latin typeface="Inter"/>
              <a:ea typeface="Inter"/>
              <a:cs typeface="Inter"/>
              <a:sym typeface="Inter"/>
            </a:endParaRPr>
          </a:p>
        </p:txBody>
      </p:sp>
      <p:sp>
        <p:nvSpPr>
          <p:cNvPr id="330" name="Google Shape;330;p53"/>
          <p:cNvSpPr/>
          <p:nvPr/>
        </p:nvSpPr>
        <p:spPr>
          <a:xfrm>
            <a:off x="4340816" y="3334050"/>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1</a:t>
            </a:r>
            <a:endParaRPr b="1">
              <a:solidFill>
                <a:schemeClr val="lt1"/>
              </a:solidFill>
              <a:latin typeface="Inter"/>
              <a:ea typeface="Inter"/>
              <a:cs typeface="Inter"/>
              <a:sym typeface="Inter"/>
            </a:endParaRPr>
          </a:p>
        </p:txBody>
      </p:sp>
      <p:sp>
        <p:nvSpPr>
          <p:cNvPr id="331" name="Google Shape;331;p53"/>
          <p:cNvSpPr txBox="1"/>
          <p:nvPr>
            <p:ph idx="4294967295" type="subTitle"/>
          </p:nvPr>
        </p:nvSpPr>
        <p:spPr>
          <a:xfrm>
            <a:off x="4762150" y="3212250"/>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32" name="Google Shape;332;p53"/>
          <p:cNvSpPr/>
          <p:nvPr/>
        </p:nvSpPr>
        <p:spPr>
          <a:xfrm>
            <a:off x="4340816" y="4016094"/>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2</a:t>
            </a:r>
            <a:endParaRPr b="1">
              <a:solidFill>
                <a:schemeClr val="lt1"/>
              </a:solidFill>
              <a:latin typeface="Inter"/>
              <a:ea typeface="Inter"/>
              <a:cs typeface="Inter"/>
              <a:sym typeface="Inter"/>
            </a:endParaRPr>
          </a:p>
        </p:txBody>
      </p:sp>
      <p:sp>
        <p:nvSpPr>
          <p:cNvPr id="333" name="Google Shape;333;p53"/>
          <p:cNvSpPr txBox="1"/>
          <p:nvPr>
            <p:ph idx="4294967295" type="subTitle"/>
          </p:nvPr>
        </p:nvSpPr>
        <p:spPr>
          <a:xfrm>
            <a:off x="4762150" y="3894294"/>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34" name="Google Shape;334;p53"/>
          <p:cNvSpPr/>
          <p:nvPr/>
        </p:nvSpPr>
        <p:spPr>
          <a:xfrm>
            <a:off x="6604216" y="3334050"/>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3</a:t>
            </a:r>
            <a:endParaRPr b="1">
              <a:solidFill>
                <a:schemeClr val="lt1"/>
              </a:solidFill>
              <a:latin typeface="Inter"/>
              <a:ea typeface="Inter"/>
              <a:cs typeface="Inter"/>
              <a:sym typeface="Inter"/>
            </a:endParaRPr>
          </a:p>
        </p:txBody>
      </p:sp>
      <p:sp>
        <p:nvSpPr>
          <p:cNvPr id="335" name="Google Shape;335;p53"/>
          <p:cNvSpPr txBox="1"/>
          <p:nvPr>
            <p:ph idx="4294967295" type="subTitle"/>
          </p:nvPr>
        </p:nvSpPr>
        <p:spPr>
          <a:xfrm>
            <a:off x="7025550" y="3212250"/>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36" name="Google Shape;336;p53"/>
          <p:cNvSpPr/>
          <p:nvPr/>
        </p:nvSpPr>
        <p:spPr>
          <a:xfrm>
            <a:off x="6604216" y="4016094"/>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4</a:t>
            </a:r>
            <a:endParaRPr b="1">
              <a:solidFill>
                <a:schemeClr val="lt1"/>
              </a:solidFill>
              <a:latin typeface="Inter"/>
              <a:ea typeface="Inter"/>
              <a:cs typeface="Inter"/>
              <a:sym typeface="Inter"/>
            </a:endParaRPr>
          </a:p>
        </p:txBody>
      </p:sp>
      <p:sp>
        <p:nvSpPr>
          <p:cNvPr id="337" name="Google Shape;337;p53"/>
          <p:cNvSpPr txBox="1"/>
          <p:nvPr>
            <p:ph idx="4294967295" type="subTitle"/>
          </p:nvPr>
        </p:nvSpPr>
        <p:spPr>
          <a:xfrm>
            <a:off x="7025550" y="3894294"/>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38" name="Google Shape;338;p53"/>
          <p:cNvSpPr/>
          <p:nvPr/>
        </p:nvSpPr>
        <p:spPr>
          <a:xfrm>
            <a:off x="427248" y="1038100"/>
            <a:ext cx="2435700" cy="1986900"/>
          </a:xfrm>
          <a:prstGeom prst="roundRect">
            <a:avLst>
              <a:gd fmla="val 1274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 name="Google Shape;339;p53"/>
          <p:cNvSpPr/>
          <p:nvPr/>
        </p:nvSpPr>
        <p:spPr>
          <a:xfrm>
            <a:off x="3635273" y="2378353"/>
            <a:ext cx="105900" cy="105900"/>
          </a:xfrm>
          <a:prstGeom prst="ellipse">
            <a:avLst/>
          </a:prstGeom>
          <a:solidFill>
            <a:srgbClr val="0070C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53"/>
          <p:cNvSpPr txBox="1"/>
          <p:nvPr>
            <p:ph idx="4294967295" type="ctrTitle"/>
          </p:nvPr>
        </p:nvSpPr>
        <p:spPr>
          <a:xfrm>
            <a:off x="3031629" y="2522134"/>
            <a:ext cx="1309200" cy="708300"/>
          </a:xfrm>
          <a:prstGeom prst="rect">
            <a:avLst/>
          </a:prstGeom>
        </p:spPr>
        <p:txBody>
          <a:bodyPr anchorCtr="0" anchor="ctr" bIns="34275" lIns="68575" spcFirstLastPara="1" rIns="68575" wrap="square" tIns="34275">
            <a:normAutofit/>
          </a:bodyPr>
          <a:lstStyle/>
          <a:p>
            <a:pPr indent="0" lvl="0" marL="0" rtl="0" algn="ctr">
              <a:lnSpc>
                <a:spcPct val="115000"/>
              </a:lnSpc>
              <a:spcBef>
                <a:spcPts val="1200"/>
              </a:spcBef>
              <a:spcAft>
                <a:spcPts val="1200"/>
              </a:spcAft>
              <a:buNone/>
            </a:pPr>
            <a:r>
              <a:rPr b="1" lang="en-GB" sz="1700">
                <a:solidFill>
                  <a:srgbClr val="0C57C2"/>
                </a:solidFill>
                <a:latin typeface="Inter"/>
                <a:ea typeface="Inter"/>
                <a:cs typeface="Inter"/>
                <a:sym typeface="Inter"/>
              </a:rPr>
              <a:t>Phase 2</a:t>
            </a:r>
            <a:endParaRPr b="1" sz="1700">
              <a:latin typeface="Inter"/>
              <a:ea typeface="Inter"/>
              <a:cs typeface="Inter"/>
              <a:sym typeface="Inter"/>
            </a:endParaRPr>
          </a:p>
        </p:txBody>
      </p:sp>
      <p:sp>
        <p:nvSpPr>
          <p:cNvPr id="341" name="Google Shape;341;p53"/>
          <p:cNvSpPr/>
          <p:nvPr/>
        </p:nvSpPr>
        <p:spPr>
          <a:xfrm>
            <a:off x="3026069" y="1038097"/>
            <a:ext cx="1309200" cy="1205700"/>
          </a:xfrm>
          <a:prstGeom prst="roundRect">
            <a:avLst>
              <a:gd fmla="val 16667" name="adj"/>
            </a:avLst>
          </a:prstGeom>
          <a:noFill/>
          <a:ln cap="flat" cmpd="sng" w="19050">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Insert text or image here!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4"/>
          <p:cNvSpPr txBox="1"/>
          <p:nvPr/>
        </p:nvSpPr>
        <p:spPr>
          <a:xfrm>
            <a:off x="8648700" y="4634984"/>
            <a:ext cx="141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cxnSp>
        <p:nvCxnSpPr>
          <p:cNvPr id="347" name="Google Shape;347;p54"/>
          <p:cNvCxnSpPr/>
          <p:nvPr/>
        </p:nvCxnSpPr>
        <p:spPr>
          <a:xfrm>
            <a:off x="651175" y="2437175"/>
            <a:ext cx="7949400" cy="0"/>
          </a:xfrm>
          <a:prstGeom prst="straightConnector1">
            <a:avLst/>
          </a:prstGeom>
          <a:noFill/>
          <a:ln cap="flat" cmpd="sng" w="19050">
            <a:solidFill>
              <a:srgbClr val="0070C0"/>
            </a:solidFill>
            <a:prstDash val="solid"/>
            <a:round/>
            <a:headEnd len="med" w="med" type="oval"/>
            <a:tailEnd len="med" w="med" type="oval"/>
          </a:ln>
        </p:spPr>
      </p:cxnSp>
      <p:sp>
        <p:nvSpPr>
          <p:cNvPr id="348" name="Google Shape;348;p54"/>
          <p:cNvSpPr/>
          <p:nvPr/>
        </p:nvSpPr>
        <p:spPr>
          <a:xfrm>
            <a:off x="6466350" y="1038100"/>
            <a:ext cx="2263500" cy="1986900"/>
          </a:xfrm>
          <a:prstGeom prst="roundRect">
            <a:avLst>
              <a:gd fmla="val 1274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54"/>
          <p:cNvSpPr txBox="1"/>
          <p:nvPr>
            <p:ph idx="4294967295" type="subTitle"/>
          </p:nvPr>
        </p:nvSpPr>
        <p:spPr>
          <a:xfrm>
            <a:off x="651175" y="3306625"/>
            <a:ext cx="3505800" cy="1021500"/>
          </a:xfrm>
          <a:prstGeom prst="rect">
            <a:avLst/>
          </a:prstGeom>
        </p:spPr>
        <p:txBody>
          <a:bodyPr anchorCtr="0" anchor="ctr" bIns="95375" lIns="95375" spcFirstLastPara="1" rIns="95375" wrap="square" tIns="95375">
            <a:noAutofit/>
          </a:bodyPr>
          <a:lstStyle/>
          <a:p>
            <a:pPr indent="0" lvl="0" marL="0" rtl="0" algn="just">
              <a:lnSpc>
                <a:spcPct val="100000"/>
              </a:lnSpc>
              <a:spcBef>
                <a:spcPts val="800"/>
              </a:spcBef>
              <a:spcAft>
                <a:spcPts val="1252"/>
              </a:spcAft>
              <a:buNone/>
            </a:pPr>
            <a:r>
              <a:rPr lang="en-GB" sz="835">
                <a:solidFill>
                  <a:schemeClr val="dk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835">
              <a:solidFill>
                <a:srgbClr val="0C57C2"/>
              </a:solidFill>
              <a:latin typeface="Inter"/>
              <a:ea typeface="Inter"/>
              <a:cs typeface="Inter"/>
              <a:sym typeface="Inter"/>
            </a:endParaRPr>
          </a:p>
        </p:txBody>
      </p:sp>
      <p:sp>
        <p:nvSpPr>
          <p:cNvPr id="350" name="Google Shape;350;p54"/>
          <p:cNvSpPr/>
          <p:nvPr/>
        </p:nvSpPr>
        <p:spPr>
          <a:xfrm>
            <a:off x="4351518" y="3334050"/>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1</a:t>
            </a:r>
            <a:endParaRPr b="1">
              <a:solidFill>
                <a:schemeClr val="lt1"/>
              </a:solidFill>
              <a:latin typeface="Inter"/>
              <a:ea typeface="Inter"/>
              <a:cs typeface="Inter"/>
              <a:sym typeface="Inter"/>
            </a:endParaRPr>
          </a:p>
        </p:txBody>
      </p:sp>
      <p:sp>
        <p:nvSpPr>
          <p:cNvPr id="351" name="Google Shape;351;p54"/>
          <p:cNvSpPr txBox="1"/>
          <p:nvPr>
            <p:ph idx="4294967295" type="subTitle"/>
          </p:nvPr>
        </p:nvSpPr>
        <p:spPr>
          <a:xfrm>
            <a:off x="4772852" y="3212250"/>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52" name="Google Shape;352;p54"/>
          <p:cNvSpPr/>
          <p:nvPr/>
        </p:nvSpPr>
        <p:spPr>
          <a:xfrm>
            <a:off x="4351518" y="4016094"/>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2</a:t>
            </a:r>
            <a:endParaRPr b="1">
              <a:solidFill>
                <a:schemeClr val="lt1"/>
              </a:solidFill>
              <a:latin typeface="Inter"/>
              <a:ea typeface="Inter"/>
              <a:cs typeface="Inter"/>
              <a:sym typeface="Inter"/>
            </a:endParaRPr>
          </a:p>
        </p:txBody>
      </p:sp>
      <p:sp>
        <p:nvSpPr>
          <p:cNvPr id="353" name="Google Shape;353;p54"/>
          <p:cNvSpPr txBox="1"/>
          <p:nvPr>
            <p:ph idx="4294967295" type="subTitle"/>
          </p:nvPr>
        </p:nvSpPr>
        <p:spPr>
          <a:xfrm>
            <a:off x="4772852" y="3894294"/>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54" name="Google Shape;354;p54"/>
          <p:cNvSpPr/>
          <p:nvPr/>
        </p:nvSpPr>
        <p:spPr>
          <a:xfrm>
            <a:off x="6614918" y="3334050"/>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3</a:t>
            </a:r>
            <a:endParaRPr b="1">
              <a:solidFill>
                <a:schemeClr val="lt1"/>
              </a:solidFill>
              <a:latin typeface="Inter"/>
              <a:ea typeface="Inter"/>
              <a:cs typeface="Inter"/>
              <a:sym typeface="Inter"/>
            </a:endParaRPr>
          </a:p>
        </p:txBody>
      </p:sp>
      <p:sp>
        <p:nvSpPr>
          <p:cNvPr id="355" name="Google Shape;355;p54"/>
          <p:cNvSpPr txBox="1"/>
          <p:nvPr>
            <p:ph idx="4294967295" type="subTitle"/>
          </p:nvPr>
        </p:nvSpPr>
        <p:spPr>
          <a:xfrm>
            <a:off x="7036252" y="3212250"/>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56" name="Google Shape;356;p54"/>
          <p:cNvSpPr/>
          <p:nvPr/>
        </p:nvSpPr>
        <p:spPr>
          <a:xfrm>
            <a:off x="6614918" y="4016094"/>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4</a:t>
            </a:r>
            <a:endParaRPr b="1">
              <a:solidFill>
                <a:schemeClr val="lt1"/>
              </a:solidFill>
              <a:latin typeface="Inter"/>
              <a:ea typeface="Inter"/>
              <a:cs typeface="Inter"/>
              <a:sym typeface="Inter"/>
            </a:endParaRPr>
          </a:p>
        </p:txBody>
      </p:sp>
      <p:sp>
        <p:nvSpPr>
          <p:cNvPr id="357" name="Google Shape;357;p54"/>
          <p:cNvSpPr txBox="1"/>
          <p:nvPr>
            <p:ph idx="4294967295" type="subTitle"/>
          </p:nvPr>
        </p:nvSpPr>
        <p:spPr>
          <a:xfrm>
            <a:off x="7036252" y="3894294"/>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58" name="Google Shape;358;p54"/>
          <p:cNvSpPr/>
          <p:nvPr/>
        </p:nvSpPr>
        <p:spPr>
          <a:xfrm>
            <a:off x="437950" y="1038100"/>
            <a:ext cx="4264500" cy="1986900"/>
          </a:xfrm>
          <a:prstGeom prst="roundRect">
            <a:avLst>
              <a:gd fmla="val 1274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54"/>
          <p:cNvSpPr/>
          <p:nvPr/>
        </p:nvSpPr>
        <p:spPr>
          <a:xfrm>
            <a:off x="5550975" y="2378353"/>
            <a:ext cx="105900" cy="105900"/>
          </a:xfrm>
          <a:prstGeom prst="ellipse">
            <a:avLst/>
          </a:prstGeom>
          <a:solidFill>
            <a:srgbClr val="0070C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0" name="Google Shape;360;p54"/>
          <p:cNvSpPr txBox="1"/>
          <p:nvPr>
            <p:ph idx="4294967295" type="ctrTitle"/>
          </p:nvPr>
        </p:nvSpPr>
        <p:spPr>
          <a:xfrm>
            <a:off x="4947331" y="2522134"/>
            <a:ext cx="1309200" cy="708300"/>
          </a:xfrm>
          <a:prstGeom prst="rect">
            <a:avLst/>
          </a:prstGeom>
        </p:spPr>
        <p:txBody>
          <a:bodyPr anchorCtr="0" anchor="ctr" bIns="34275" lIns="68575" spcFirstLastPara="1" rIns="68575" wrap="square" tIns="34275">
            <a:normAutofit/>
          </a:bodyPr>
          <a:lstStyle/>
          <a:p>
            <a:pPr indent="0" lvl="0" marL="0" rtl="0" algn="ctr">
              <a:lnSpc>
                <a:spcPct val="115000"/>
              </a:lnSpc>
              <a:spcBef>
                <a:spcPts val="1200"/>
              </a:spcBef>
              <a:spcAft>
                <a:spcPts val="1200"/>
              </a:spcAft>
              <a:buNone/>
            </a:pPr>
            <a:r>
              <a:rPr b="1" lang="en-GB" sz="1700">
                <a:solidFill>
                  <a:srgbClr val="0C57C2"/>
                </a:solidFill>
                <a:latin typeface="Inter"/>
                <a:ea typeface="Inter"/>
                <a:cs typeface="Inter"/>
                <a:sym typeface="Inter"/>
              </a:rPr>
              <a:t>Phase 3</a:t>
            </a:r>
            <a:endParaRPr b="1" sz="1700">
              <a:latin typeface="Inter"/>
              <a:ea typeface="Inter"/>
              <a:cs typeface="Inter"/>
              <a:sym typeface="Inter"/>
            </a:endParaRPr>
          </a:p>
        </p:txBody>
      </p:sp>
      <p:sp>
        <p:nvSpPr>
          <p:cNvPr id="361" name="Google Shape;361;p54"/>
          <p:cNvSpPr/>
          <p:nvPr/>
        </p:nvSpPr>
        <p:spPr>
          <a:xfrm>
            <a:off x="4941771" y="1038097"/>
            <a:ext cx="1309200" cy="1205700"/>
          </a:xfrm>
          <a:prstGeom prst="roundRect">
            <a:avLst>
              <a:gd fmla="val 16667" name="adj"/>
            </a:avLst>
          </a:prstGeom>
          <a:noFill/>
          <a:ln cap="flat" cmpd="sng" w="19050">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Insert text or image here!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5"/>
          <p:cNvSpPr txBox="1"/>
          <p:nvPr/>
        </p:nvSpPr>
        <p:spPr>
          <a:xfrm>
            <a:off x="8648700" y="4634984"/>
            <a:ext cx="141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cxnSp>
        <p:nvCxnSpPr>
          <p:cNvPr id="367" name="Google Shape;367;p55"/>
          <p:cNvCxnSpPr/>
          <p:nvPr/>
        </p:nvCxnSpPr>
        <p:spPr>
          <a:xfrm>
            <a:off x="640473" y="2437175"/>
            <a:ext cx="7949400" cy="0"/>
          </a:xfrm>
          <a:prstGeom prst="straightConnector1">
            <a:avLst/>
          </a:prstGeom>
          <a:noFill/>
          <a:ln cap="flat" cmpd="sng" w="19050">
            <a:solidFill>
              <a:srgbClr val="0070C0"/>
            </a:solidFill>
            <a:prstDash val="solid"/>
            <a:round/>
            <a:headEnd len="med" w="med" type="oval"/>
            <a:tailEnd len="med" w="med" type="oval"/>
          </a:ln>
        </p:spPr>
      </p:cxnSp>
      <p:sp>
        <p:nvSpPr>
          <p:cNvPr id="368" name="Google Shape;368;p55"/>
          <p:cNvSpPr/>
          <p:nvPr/>
        </p:nvSpPr>
        <p:spPr>
          <a:xfrm>
            <a:off x="440548" y="1038100"/>
            <a:ext cx="6373500" cy="1986900"/>
          </a:xfrm>
          <a:prstGeom prst="roundRect">
            <a:avLst>
              <a:gd fmla="val 1274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9" name="Google Shape;369;p55"/>
          <p:cNvSpPr txBox="1"/>
          <p:nvPr>
            <p:ph idx="4294967295" type="subTitle"/>
          </p:nvPr>
        </p:nvSpPr>
        <p:spPr>
          <a:xfrm>
            <a:off x="640472" y="3306625"/>
            <a:ext cx="3505800" cy="1021500"/>
          </a:xfrm>
          <a:prstGeom prst="rect">
            <a:avLst/>
          </a:prstGeom>
        </p:spPr>
        <p:txBody>
          <a:bodyPr anchorCtr="0" anchor="ctr" bIns="95375" lIns="95375" spcFirstLastPara="1" rIns="95375" wrap="square" tIns="95375">
            <a:noAutofit/>
          </a:bodyPr>
          <a:lstStyle/>
          <a:p>
            <a:pPr indent="0" lvl="0" marL="0" rtl="0" algn="just">
              <a:lnSpc>
                <a:spcPct val="100000"/>
              </a:lnSpc>
              <a:spcBef>
                <a:spcPts val="800"/>
              </a:spcBef>
              <a:spcAft>
                <a:spcPts val="1252"/>
              </a:spcAft>
              <a:buNone/>
            </a:pPr>
            <a:r>
              <a:rPr lang="en-GB" sz="835">
                <a:solidFill>
                  <a:schemeClr val="dk1"/>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835">
              <a:solidFill>
                <a:srgbClr val="0C57C2"/>
              </a:solidFill>
              <a:latin typeface="Inter"/>
              <a:ea typeface="Inter"/>
              <a:cs typeface="Inter"/>
              <a:sym typeface="Inter"/>
            </a:endParaRPr>
          </a:p>
        </p:txBody>
      </p:sp>
      <p:sp>
        <p:nvSpPr>
          <p:cNvPr id="370" name="Google Shape;370;p55"/>
          <p:cNvSpPr/>
          <p:nvPr/>
        </p:nvSpPr>
        <p:spPr>
          <a:xfrm>
            <a:off x="4340816" y="3334050"/>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1</a:t>
            </a:r>
            <a:endParaRPr b="1">
              <a:solidFill>
                <a:schemeClr val="lt1"/>
              </a:solidFill>
              <a:latin typeface="Inter"/>
              <a:ea typeface="Inter"/>
              <a:cs typeface="Inter"/>
              <a:sym typeface="Inter"/>
            </a:endParaRPr>
          </a:p>
        </p:txBody>
      </p:sp>
      <p:sp>
        <p:nvSpPr>
          <p:cNvPr id="371" name="Google Shape;371;p55"/>
          <p:cNvSpPr txBox="1"/>
          <p:nvPr>
            <p:ph idx="4294967295" type="subTitle"/>
          </p:nvPr>
        </p:nvSpPr>
        <p:spPr>
          <a:xfrm>
            <a:off x="4762150" y="3212250"/>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72" name="Google Shape;372;p55"/>
          <p:cNvSpPr/>
          <p:nvPr/>
        </p:nvSpPr>
        <p:spPr>
          <a:xfrm>
            <a:off x="4340816" y="4016094"/>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2</a:t>
            </a:r>
            <a:endParaRPr b="1">
              <a:solidFill>
                <a:schemeClr val="lt1"/>
              </a:solidFill>
              <a:latin typeface="Inter"/>
              <a:ea typeface="Inter"/>
              <a:cs typeface="Inter"/>
              <a:sym typeface="Inter"/>
            </a:endParaRPr>
          </a:p>
        </p:txBody>
      </p:sp>
      <p:sp>
        <p:nvSpPr>
          <p:cNvPr id="373" name="Google Shape;373;p55"/>
          <p:cNvSpPr txBox="1"/>
          <p:nvPr>
            <p:ph idx="4294967295" type="subTitle"/>
          </p:nvPr>
        </p:nvSpPr>
        <p:spPr>
          <a:xfrm>
            <a:off x="4762150" y="3894294"/>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74" name="Google Shape;374;p55"/>
          <p:cNvSpPr/>
          <p:nvPr/>
        </p:nvSpPr>
        <p:spPr>
          <a:xfrm>
            <a:off x="6604216" y="3334050"/>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3</a:t>
            </a:r>
            <a:endParaRPr b="1">
              <a:solidFill>
                <a:schemeClr val="lt1"/>
              </a:solidFill>
              <a:latin typeface="Inter"/>
              <a:ea typeface="Inter"/>
              <a:cs typeface="Inter"/>
              <a:sym typeface="Inter"/>
            </a:endParaRPr>
          </a:p>
        </p:txBody>
      </p:sp>
      <p:sp>
        <p:nvSpPr>
          <p:cNvPr id="375" name="Google Shape;375;p55"/>
          <p:cNvSpPr txBox="1"/>
          <p:nvPr>
            <p:ph idx="4294967295" type="subTitle"/>
          </p:nvPr>
        </p:nvSpPr>
        <p:spPr>
          <a:xfrm>
            <a:off x="7025550" y="3212250"/>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76" name="Google Shape;376;p55"/>
          <p:cNvSpPr/>
          <p:nvPr/>
        </p:nvSpPr>
        <p:spPr>
          <a:xfrm>
            <a:off x="6604216" y="4016094"/>
            <a:ext cx="3510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4</a:t>
            </a:r>
            <a:endParaRPr b="1">
              <a:solidFill>
                <a:schemeClr val="lt1"/>
              </a:solidFill>
              <a:latin typeface="Inter"/>
              <a:ea typeface="Inter"/>
              <a:cs typeface="Inter"/>
              <a:sym typeface="Inter"/>
            </a:endParaRPr>
          </a:p>
        </p:txBody>
      </p:sp>
      <p:sp>
        <p:nvSpPr>
          <p:cNvPr id="377" name="Google Shape;377;p55"/>
          <p:cNvSpPr txBox="1"/>
          <p:nvPr>
            <p:ph idx="4294967295" type="subTitle"/>
          </p:nvPr>
        </p:nvSpPr>
        <p:spPr>
          <a:xfrm>
            <a:off x="7025550" y="3894294"/>
            <a:ext cx="16935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900">
                <a:solidFill>
                  <a:schemeClr val="dk1"/>
                </a:solidFill>
                <a:latin typeface="Open Sans"/>
                <a:ea typeface="Open Sans"/>
                <a:cs typeface="Open Sans"/>
                <a:sym typeface="Open Sans"/>
              </a:rPr>
              <a:t>Insert icon and you can add text next to it!</a:t>
            </a:r>
            <a:endParaRPr sz="900">
              <a:solidFill>
                <a:srgbClr val="0C57C2"/>
              </a:solidFill>
              <a:latin typeface="Inter"/>
              <a:ea typeface="Inter"/>
              <a:cs typeface="Inter"/>
              <a:sym typeface="Inter"/>
            </a:endParaRPr>
          </a:p>
        </p:txBody>
      </p:sp>
      <p:sp>
        <p:nvSpPr>
          <p:cNvPr id="378" name="Google Shape;378;p55"/>
          <p:cNvSpPr/>
          <p:nvPr/>
        </p:nvSpPr>
        <p:spPr>
          <a:xfrm>
            <a:off x="7634748" y="2378353"/>
            <a:ext cx="105900" cy="105900"/>
          </a:xfrm>
          <a:prstGeom prst="ellipse">
            <a:avLst/>
          </a:prstGeom>
          <a:solidFill>
            <a:srgbClr val="0070C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9" name="Google Shape;379;p55"/>
          <p:cNvSpPr txBox="1"/>
          <p:nvPr>
            <p:ph idx="4294967295" type="ctrTitle"/>
          </p:nvPr>
        </p:nvSpPr>
        <p:spPr>
          <a:xfrm>
            <a:off x="7031104" y="2522134"/>
            <a:ext cx="1309200" cy="708300"/>
          </a:xfrm>
          <a:prstGeom prst="rect">
            <a:avLst/>
          </a:prstGeom>
        </p:spPr>
        <p:txBody>
          <a:bodyPr anchorCtr="0" anchor="ctr" bIns="34275" lIns="68575" spcFirstLastPara="1" rIns="68575" wrap="square" tIns="34275">
            <a:normAutofit/>
          </a:bodyPr>
          <a:lstStyle/>
          <a:p>
            <a:pPr indent="0" lvl="0" marL="0" rtl="0" algn="ctr">
              <a:lnSpc>
                <a:spcPct val="115000"/>
              </a:lnSpc>
              <a:spcBef>
                <a:spcPts val="1200"/>
              </a:spcBef>
              <a:spcAft>
                <a:spcPts val="1200"/>
              </a:spcAft>
              <a:buNone/>
            </a:pPr>
            <a:r>
              <a:rPr b="1" lang="en-GB" sz="1700">
                <a:solidFill>
                  <a:srgbClr val="0C57C2"/>
                </a:solidFill>
                <a:latin typeface="Inter"/>
                <a:ea typeface="Inter"/>
                <a:cs typeface="Inter"/>
                <a:sym typeface="Inter"/>
              </a:rPr>
              <a:t>Phase 4</a:t>
            </a:r>
            <a:endParaRPr b="1" sz="1700">
              <a:latin typeface="Inter"/>
              <a:ea typeface="Inter"/>
              <a:cs typeface="Inter"/>
              <a:sym typeface="Inter"/>
            </a:endParaRPr>
          </a:p>
        </p:txBody>
      </p:sp>
      <p:sp>
        <p:nvSpPr>
          <p:cNvPr id="380" name="Google Shape;380;p55"/>
          <p:cNvSpPr/>
          <p:nvPr/>
        </p:nvSpPr>
        <p:spPr>
          <a:xfrm>
            <a:off x="7025544" y="1038097"/>
            <a:ext cx="1309200" cy="1205700"/>
          </a:xfrm>
          <a:prstGeom prst="roundRect">
            <a:avLst>
              <a:gd fmla="val 16667" name="adj"/>
            </a:avLst>
          </a:prstGeom>
          <a:noFill/>
          <a:ln cap="flat" cmpd="sng" w="19050">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Insert text or image here!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6"/>
          <p:cNvSpPr/>
          <p:nvPr/>
        </p:nvSpPr>
        <p:spPr>
          <a:xfrm>
            <a:off x="559900" y="1506100"/>
            <a:ext cx="4442100" cy="2953800"/>
          </a:xfrm>
          <a:prstGeom prst="roundRect">
            <a:avLst>
              <a:gd fmla="val 7971" name="adj"/>
            </a:avLst>
          </a:prstGeom>
          <a:solidFill>
            <a:schemeClr val="lt1"/>
          </a:solidFill>
          <a:ln cap="flat" cmpd="sng" w="19050">
            <a:solidFill>
              <a:srgbClr val="0957C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6" name="Google Shape;386;p56"/>
          <p:cNvSpPr txBox="1"/>
          <p:nvPr/>
        </p:nvSpPr>
        <p:spPr>
          <a:xfrm>
            <a:off x="8648700" y="4634984"/>
            <a:ext cx="141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sp>
        <p:nvSpPr>
          <p:cNvPr id="387" name="Google Shape;387;p56"/>
          <p:cNvSpPr/>
          <p:nvPr/>
        </p:nvSpPr>
        <p:spPr>
          <a:xfrm>
            <a:off x="5142900" y="1037525"/>
            <a:ext cx="1373100" cy="453900"/>
          </a:xfrm>
          <a:prstGeom prst="roundRect">
            <a:avLst>
              <a:gd fmla="val 16667" name="adj"/>
            </a:avLst>
          </a:prstGeom>
          <a:solidFill>
            <a:srgbClr val="0C57C2"/>
          </a:solidFill>
          <a:ln>
            <a:noFill/>
          </a:ln>
        </p:spPr>
        <p:txBody>
          <a:bodyPr anchorCtr="0" anchor="ctr" bIns="95375" lIns="95375" spcFirstLastPara="1" rIns="95375" wrap="square" tIns="95375">
            <a:noAutofit/>
          </a:bodyPr>
          <a:lstStyle/>
          <a:p>
            <a:pPr indent="0" lvl="0" marL="0" rtl="0" algn="ctr">
              <a:spcBef>
                <a:spcPts val="0"/>
              </a:spcBef>
              <a:spcAft>
                <a:spcPts val="0"/>
              </a:spcAft>
              <a:buNone/>
            </a:pPr>
            <a:r>
              <a:rPr b="1" lang="en-GB" sz="1460">
                <a:solidFill>
                  <a:schemeClr val="lt1"/>
                </a:solidFill>
                <a:latin typeface="Inter"/>
                <a:ea typeface="Inter"/>
                <a:cs typeface="Inter"/>
                <a:sym typeface="Inter"/>
              </a:rPr>
              <a:t>Point 1</a:t>
            </a:r>
            <a:endParaRPr b="1" sz="1460">
              <a:solidFill>
                <a:schemeClr val="lt1"/>
              </a:solidFill>
              <a:latin typeface="Inter"/>
              <a:ea typeface="Inter"/>
              <a:cs typeface="Inter"/>
              <a:sym typeface="Inter"/>
            </a:endParaRPr>
          </a:p>
        </p:txBody>
      </p:sp>
      <p:sp>
        <p:nvSpPr>
          <p:cNvPr id="388" name="Google Shape;388;p56"/>
          <p:cNvSpPr/>
          <p:nvPr/>
        </p:nvSpPr>
        <p:spPr>
          <a:xfrm>
            <a:off x="5142900" y="2833733"/>
            <a:ext cx="1373100" cy="453900"/>
          </a:xfrm>
          <a:prstGeom prst="roundRect">
            <a:avLst>
              <a:gd fmla="val 16667" name="adj"/>
            </a:avLst>
          </a:prstGeom>
          <a:solidFill>
            <a:srgbClr val="0C57C2"/>
          </a:solidFill>
          <a:ln>
            <a:noFill/>
          </a:ln>
        </p:spPr>
        <p:txBody>
          <a:bodyPr anchorCtr="0" anchor="ctr" bIns="95375" lIns="95375" spcFirstLastPara="1" rIns="95375" wrap="square" tIns="95375">
            <a:noAutofit/>
          </a:bodyPr>
          <a:lstStyle/>
          <a:p>
            <a:pPr indent="0" lvl="0" marL="0" rtl="0" algn="ctr">
              <a:spcBef>
                <a:spcPts val="0"/>
              </a:spcBef>
              <a:spcAft>
                <a:spcPts val="0"/>
              </a:spcAft>
              <a:buNone/>
            </a:pPr>
            <a:r>
              <a:rPr b="1" lang="en-GB" sz="1460">
                <a:solidFill>
                  <a:schemeClr val="lt1"/>
                </a:solidFill>
                <a:latin typeface="Inter"/>
                <a:ea typeface="Inter"/>
                <a:cs typeface="Inter"/>
                <a:sym typeface="Inter"/>
              </a:rPr>
              <a:t>Point 2</a:t>
            </a:r>
            <a:endParaRPr b="1" sz="1460">
              <a:solidFill>
                <a:schemeClr val="lt1"/>
              </a:solidFill>
              <a:latin typeface="Inter"/>
              <a:ea typeface="Inter"/>
              <a:cs typeface="Inter"/>
              <a:sym typeface="Inter"/>
            </a:endParaRPr>
          </a:p>
        </p:txBody>
      </p:sp>
      <p:sp>
        <p:nvSpPr>
          <p:cNvPr id="389" name="Google Shape;389;p56"/>
          <p:cNvSpPr txBox="1"/>
          <p:nvPr>
            <p:ph idx="4294967295" type="subTitle"/>
          </p:nvPr>
        </p:nvSpPr>
        <p:spPr>
          <a:xfrm>
            <a:off x="5142900" y="1541050"/>
            <a:ext cx="3505800" cy="1021500"/>
          </a:xfrm>
          <a:prstGeom prst="rect">
            <a:avLst/>
          </a:prstGeom>
        </p:spPr>
        <p:txBody>
          <a:bodyPr anchorCtr="0" anchor="ctr" bIns="95375" lIns="95375" spcFirstLastPara="1" rIns="95375" wrap="square" tIns="95375">
            <a:noAutofit/>
          </a:bodyPr>
          <a:lstStyle/>
          <a:p>
            <a:pPr indent="0" lvl="0" marL="0" rtl="0" algn="just">
              <a:lnSpc>
                <a:spcPct val="100000"/>
              </a:lnSpc>
              <a:spcBef>
                <a:spcPts val="800"/>
              </a:spcBef>
              <a:spcAft>
                <a:spcPts val="1252"/>
              </a:spcAft>
              <a:buNone/>
            </a:pPr>
            <a:r>
              <a:rPr lang="en-GB" sz="835">
                <a:solidFill>
                  <a:schemeClr val="dk1"/>
                </a:solidFill>
                <a:highlight>
                  <a:srgbClr val="FFFFFF"/>
                </a:highlight>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835">
              <a:solidFill>
                <a:srgbClr val="0C57C2"/>
              </a:solidFill>
              <a:latin typeface="Inter"/>
              <a:ea typeface="Inter"/>
              <a:cs typeface="Inter"/>
              <a:sym typeface="Inter"/>
            </a:endParaRPr>
          </a:p>
        </p:txBody>
      </p:sp>
      <p:sp>
        <p:nvSpPr>
          <p:cNvPr id="390" name="Google Shape;390;p56"/>
          <p:cNvSpPr txBox="1"/>
          <p:nvPr>
            <p:ph idx="4294967295" type="subTitle"/>
          </p:nvPr>
        </p:nvSpPr>
        <p:spPr>
          <a:xfrm>
            <a:off x="5142900" y="3341441"/>
            <a:ext cx="3505800" cy="1021500"/>
          </a:xfrm>
          <a:prstGeom prst="rect">
            <a:avLst/>
          </a:prstGeom>
        </p:spPr>
        <p:txBody>
          <a:bodyPr anchorCtr="0" anchor="ctr" bIns="95375" lIns="95375" spcFirstLastPara="1" rIns="95375" wrap="square" tIns="95375">
            <a:noAutofit/>
          </a:bodyPr>
          <a:lstStyle/>
          <a:p>
            <a:pPr indent="0" lvl="0" marL="0" rtl="0" algn="just">
              <a:lnSpc>
                <a:spcPct val="100000"/>
              </a:lnSpc>
              <a:spcBef>
                <a:spcPts val="800"/>
              </a:spcBef>
              <a:spcAft>
                <a:spcPts val="1252"/>
              </a:spcAft>
              <a:buNone/>
            </a:pPr>
            <a:r>
              <a:rPr lang="en-GB" sz="835">
                <a:solidFill>
                  <a:schemeClr val="dk1"/>
                </a:solidFill>
                <a:highlight>
                  <a:srgbClr val="FFFFFF"/>
                </a:highlight>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835">
              <a:solidFill>
                <a:srgbClr val="0C57C2"/>
              </a:solidFill>
              <a:latin typeface="Inter"/>
              <a:ea typeface="Inter"/>
              <a:cs typeface="Inter"/>
              <a:sym typeface="Inter"/>
            </a:endParaRPr>
          </a:p>
        </p:txBody>
      </p:sp>
      <p:sp>
        <p:nvSpPr>
          <p:cNvPr id="391" name="Google Shape;391;p56"/>
          <p:cNvSpPr txBox="1"/>
          <p:nvPr>
            <p:ph idx="4294967295" type="subTitle"/>
          </p:nvPr>
        </p:nvSpPr>
        <p:spPr>
          <a:xfrm>
            <a:off x="446696" y="943675"/>
            <a:ext cx="4442100" cy="446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n-GB">
                <a:solidFill>
                  <a:srgbClr val="0C57C2"/>
                </a:solidFill>
                <a:latin typeface="Inter"/>
                <a:ea typeface="Inter"/>
                <a:cs typeface="Inter"/>
                <a:sym typeface="Inter"/>
              </a:rPr>
              <a:t>Title page</a:t>
            </a:r>
            <a:endParaRPr b="1" sz="1800">
              <a:solidFill>
                <a:srgbClr val="0C57C2"/>
              </a:solidFill>
              <a:latin typeface="Inter"/>
              <a:ea typeface="Inter"/>
              <a:cs typeface="Inter"/>
              <a:sym typeface="Inter"/>
            </a:endParaRPr>
          </a:p>
        </p:txBody>
      </p:sp>
      <p:sp>
        <p:nvSpPr>
          <p:cNvPr id="392" name="Google Shape;392;p56"/>
          <p:cNvSpPr/>
          <p:nvPr/>
        </p:nvSpPr>
        <p:spPr>
          <a:xfrm>
            <a:off x="556525" y="1491425"/>
            <a:ext cx="4442100" cy="512400"/>
          </a:xfrm>
          <a:prstGeom prst="round2SameRect">
            <a:avLst>
              <a:gd fmla="val 50000" name="adj1"/>
              <a:gd fmla="val 0" name="adj2"/>
            </a:avLst>
          </a:prstGeom>
          <a:solidFill>
            <a:srgbClr val="09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393" name="Google Shape;393;p56"/>
          <p:cNvGraphicFramePr/>
          <p:nvPr/>
        </p:nvGraphicFramePr>
        <p:xfrm>
          <a:off x="601984" y="1607650"/>
          <a:ext cx="3000000" cy="3000000"/>
        </p:xfrm>
        <a:graphic>
          <a:graphicData uri="http://schemas.openxmlformats.org/drawingml/2006/table">
            <a:tbl>
              <a:tblPr>
                <a:noFill/>
                <a:tableStyleId>{261CF25B-A5F9-4013-B32F-E248E59510A2}</a:tableStyleId>
              </a:tblPr>
              <a:tblGrid>
                <a:gridCol w="2815200"/>
                <a:gridCol w="804875"/>
                <a:gridCol w="737850"/>
              </a:tblGrid>
              <a:tr h="348575">
                <a:tc>
                  <a:txBody>
                    <a:bodyPr/>
                    <a:lstStyle/>
                    <a:p>
                      <a:pPr indent="0" lvl="0" marL="0" rtl="0" algn="l">
                        <a:spcBef>
                          <a:spcPts val="0"/>
                        </a:spcBef>
                        <a:spcAft>
                          <a:spcPts val="0"/>
                        </a:spcAft>
                        <a:buNone/>
                      </a:pPr>
                      <a:r>
                        <a:rPr b="1" lang="en-GB">
                          <a:solidFill>
                            <a:schemeClr val="lt1"/>
                          </a:solidFill>
                          <a:latin typeface="Inter"/>
                          <a:ea typeface="Inter"/>
                          <a:cs typeface="Inter"/>
                          <a:sym typeface="Inter"/>
                        </a:rPr>
                        <a:t>Data 1</a:t>
                      </a:r>
                      <a:endParaRPr b="1">
                        <a:solidFill>
                          <a:schemeClr val="lt1"/>
                        </a:solidFill>
                        <a:latin typeface="Inter"/>
                        <a:ea typeface="Inter"/>
                        <a:cs typeface="Inter"/>
                        <a:sym typeface="Inte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latin typeface="Inter Medium"/>
                          <a:ea typeface="Inter Medium"/>
                          <a:cs typeface="Inter Medium"/>
                          <a:sym typeface="Inter Medium"/>
                        </a:rPr>
                        <a:t>Q1</a:t>
                      </a:r>
                      <a:endParaRPr>
                        <a:solidFill>
                          <a:schemeClr val="lt1"/>
                        </a:solidFill>
                        <a:latin typeface="Inter Medium"/>
                        <a:ea typeface="Inter Medium"/>
                        <a:cs typeface="Inter Medium"/>
                        <a:sym typeface="Inter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solidFill>
                            <a:schemeClr val="lt1"/>
                          </a:solidFill>
                          <a:latin typeface="Inter Medium"/>
                          <a:ea typeface="Inter Medium"/>
                          <a:cs typeface="Inter Medium"/>
                          <a:sym typeface="Inter Medium"/>
                        </a:rPr>
                        <a:t>Q2</a:t>
                      </a:r>
                      <a:endParaRPr>
                        <a:solidFill>
                          <a:schemeClr val="lt1"/>
                        </a:solidFill>
                        <a:latin typeface="Inter Medium"/>
                        <a:ea typeface="Inter Medium"/>
                        <a:cs typeface="Inter Medium"/>
                        <a:sym typeface="Inter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r>
              <a:tr h="4858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6717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6717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6717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6717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7"/>
          <p:cNvSpPr/>
          <p:nvPr/>
        </p:nvSpPr>
        <p:spPr>
          <a:xfrm>
            <a:off x="478150" y="1456045"/>
            <a:ext cx="1316400" cy="4350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Point 1</a:t>
            </a:r>
            <a:endParaRPr b="1">
              <a:solidFill>
                <a:schemeClr val="lt1"/>
              </a:solidFill>
              <a:latin typeface="Inter"/>
              <a:ea typeface="Inter"/>
              <a:cs typeface="Inter"/>
              <a:sym typeface="Inter"/>
            </a:endParaRPr>
          </a:p>
        </p:txBody>
      </p:sp>
      <p:sp>
        <p:nvSpPr>
          <p:cNvPr id="399" name="Google Shape;399;p57"/>
          <p:cNvSpPr/>
          <p:nvPr/>
        </p:nvSpPr>
        <p:spPr>
          <a:xfrm>
            <a:off x="478150" y="3025911"/>
            <a:ext cx="1316400" cy="4350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Point 2</a:t>
            </a:r>
            <a:endParaRPr b="1">
              <a:solidFill>
                <a:schemeClr val="lt1"/>
              </a:solidFill>
              <a:latin typeface="Inter"/>
              <a:ea typeface="Inter"/>
              <a:cs typeface="Inter"/>
              <a:sym typeface="Inter"/>
            </a:endParaRPr>
          </a:p>
        </p:txBody>
      </p:sp>
      <p:sp>
        <p:nvSpPr>
          <p:cNvPr id="400" name="Google Shape;400;p57"/>
          <p:cNvSpPr txBox="1"/>
          <p:nvPr>
            <p:ph idx="4294967295" type="subTitle"/>
          </p:nvPr>
        </p:nvSpPr>
        <p:spPr>
          <a:xfrm>
            <a:off x="403234" y="1968863"/>
            <a:ext cx="3360600" cy="9792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b="1" lang="en-GB" sz="800">
                <a:solidFill>
                  <a:schemeClr val="lt1"/>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b="1" sz="800">
              <a:solidFill>
                <a:schemeClr val="lt1"/>
              </a:solidFill>
              <a:latin typeface="Inter"/>
              <a:ea typeface="Inter"/>
              <a:cs typeface="Inter"/>
              <a:sym typeface="Inter"/>
            </a:endParaRPr>
          </a:p>
        </p:txBody>
      </p:sp>
      <p:sp>
        <p:nvSpPr>
          <p:cNvPr id="401" name="Google Shape;401;p57"/>
          <p:cNvSpPr txBox="1"/>
          <p:nvPr>
            <p:ph idx="4294967295" type="subTitle"/>
          </p:nvPr>
        </p:nvSpPr>
        <p:spPr>
          <a:xfrm>
            <a:off x="403234" y="3541765"/>
            <a:ext cx="3360600" cy="9792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b="1" lang="en-GB" sz="800">
                <a:solidFill>
                  <a:schemeClr val="lt1"/>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b="1" sz="800">
              <a:solidFill>
                <a:schemeClr val="lt1"/>
              </a:solidFill>
              <a:latin typeface="Inter"/>
              <a:ea typeface="Inter"/>
              <a:cs typeface="Inter"/>
              <a:sym typeface="Inter"/>
            </a:endParaRPr>
          </a:p>
        </p:txBody>
      </p:sp>
      <p:sp>
        <p:nvSpPr>
          <p:cNvPr id="402" name="Google Shape;402;p57"/>
          <p:cNvSpPr txBox="1"/>
          <p:nvPr>
            <p:ph idx="4294967295" type="subTitle"/>
          </p:nvPr>
        </p:nvSpPr>
        <p:spPr>
          <a:xfrm>
            <a:off x="399659" y="879234"/>
            <a:ext cx="3360600" cy="446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n-GB">
                <a:solidFill>
                  <a:srgbClr val="0C57C2"/>
                </a:solidFill>
                <a:latin typeface="Inter"/>
                <a:ea typeface="Inter"/>
                <a:cs typeface="Inter"/>
                <a:sym typeface="Inter"/>
              </a:rPr>
              <a:t>Title page</a:t>
            </a:r>
            <a:endParaRPr b="1" sz="1800">
              <a:solidFill>
                <a:srgbClr val="0C57C2"/>
              </a:solidFill>
              <a:latin typeface="Inter"/>
              <a:ea typeface="Inter"/>
              <a:cs typeface="Inter"/>
              <a:sym typeface="Inter"/>
            </a:endParaRPr>
          </a:p>
        </p:txBody>
      </p:sp>
      <p:sp>
        <p:nvSpPr>
          <p:cNvPr id="403" name="Google Shape;403;p57"/>
          <p:cNvSpPr/>
          <p:nvPr/>
        </p:nvSpPr>
        <p:spPr>
          <a:xfrm>
            <a:off x="4977311" y="979834"/>
            <a:ext cx="3710700" cy="3675600"/>
          </a:xfrm>
          <a:prstGeom prst="roundRect">
            <a:avLst>
              <a:gd fmla="val 16667" name="adj"/>
            </a:avLst>
          </a:prstGeom>
          <a:solidFill>
            <a:schemeClr val="lt1"/>
          </a:solidFill>
          <a:ln cap="flat" cmpd="sng" w="35050">
            <a:solidFill>
              <a:schemeClr val="lt1"/>
            </a:solidFill>
            <a:prstDash val="solid"/>
            <a:round/>
            <a:headEnd len="sm" w="sm" type="none"/>
            <a:tailEnd len="sm" w="sm" type="none"/>
          </a:ln>
        </p:spPr>
        <p:txBody>
          <a:bodyPr anchorCtr="0" anchor="ctr" bIns="84150" lIns="84150" spcFirstLastPara="1" rIns="84150" wrap="square" tIns="84150">
            <a:noAutofit/>
          </a:bodyPr>
          <a:lstStyle/>
          <a:p>
            <a:pPr indent="0" lvl="0" marL="0" rtl="0" algn="ctr">
              <a:spcBef>
                <a:spcPts val="0"/>
              </a:spcBef>
              <a:spcAft>
                <a:spcPts val="0"/>
              </a:spcAft>
              <a:buNone/>
            </a:pPr>
            <a:r>
              <a:t/>
            </a:r>
            <a:endParaRPr sz="1289"/>
          </a:p>
        </p:txBody>
      </p:sp>
      <p:sp>
        <p:nvSpPr>
          <p:cNvPr id="404" name="Google Shape;404;p57"/>
          <p:cNvSpPr/>
          <p:nvPr>
            <p:ph idx="2" type="pic"/>
          </p:nvPr>
        </p:nvSpPr>
        <p:spPr>
          <a:xfrm>
            <a:off x="5097300" y="1100425"/>
            <a:ext cx="3470700" cy="3434400"/>
          </a:xfrm>
          <a:prstGeom prst="roundRect">
            <a:avLst>
              <a:gd fmla="val 14214" name="adj"/>
            </a:avLst>
          </a:prstGeom>
          <a:noFill/>
          <a:ln cap="flat" cmpd="sng" w="38100">
            <a:solidFill>
              <a:srgbClr val="307FE2"/>
            </a:solidFill>
            <a:prstDash val="solid"/>
            <a:round/>
            <a:headEnd len="sm" w="sm" type="none"/>
            <a:tailEnd len="sm" w="sm" type="none"/>
          </a:ln>
        </p:spPr>
      </p:sp>
      <p:sp>
        <p:nvSpPr>
          <p:cNvPr id="405" name="Google Shape;405;p57"/>
          <p:cNvSpPr txBox="1"/>
          <p:nvPr>
            <p:ph idx="4294967295" type="subTitle"/>
          </p:nvPr>
        </p:nvSpPr>
        <p:spPr>
          <a:xfrm>
            <a:off x="5519889" y="3296952"/>
            <a:ext cx="2520000" cy="477600"/>
          </a:xfrm>
          <a:prstGeom prst="rect">
            <a:avLst/>
          </a:prstGeom>
        </p:spPr>
        <p:txBody>
          <a:bodyPr anchorCtr="0" anchor="ctr" bIns="86000" lIns="86000" spcFirstLastPara="1" rIns="86000" wrap="square" tIns="86000">
            <a:noAutofit/>
          </a:bodyPr>
          <a:lstStyle/>
          <a:p>
            <a:pPr indent="0" lvl="0" marL="0" rtl="0" algn="ctr">
              <a:lnSpc>
                <a:spcPct val="100000"/>
              </a:lnSpc>
              <a:spcBef>
                <a:spcPts val="800"/>
              </a:spcBef>
              <a:spcAft>
                <a:spcPts val="1129"/>
              </a:spcAft>
              <a:buNone/>
            </a:pPr>
            <a:r>
              <a:rPr lang="en-GB" sz="1787">
                <a:solidFill>
                  <a:srgbClr val="307FE2"/>
                </a:solidFill>
                <a:latin typeface="Inter Medium"/>
                <a:ea typeface="Inter Medium"/>
                <a:cs typeface="Inter Medium"/>
                <a:sym typeface="Inter Medium"/>
              </a:rPr>
              <a:t>You can add image or data chart here!</a:t>
            </a:r>
            <a:endParaRPr sz="1787">
              <a:solidFill>
                <a:srgbClr val="307FE2"/>
              </a:solidFill>
              <a:latin typeface="Inter Medium"/>
              <a:ea typeface="Inter Medium"/>
              <a:cs typeface="Inter Medium"/>
              <a:sym typeface="Inter Medium"/>
            </a:endParaRPr>
          </a:p>
        </p:txBody>
      </p:sp>
      <p:sp>
        <p:nvSpPr>
          <p:cNvPr id="406" name="Google Shape;406;p57"/>
          <p:cNvSpPr txBox="1"/>
          <p:nvPr/>
        </p:nvSpPr>
        <p:spPr>
          <a:xfrm>
            <a:off x="8580950" y="4663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8"/>
          <p:cNvSpPr txBox="1"/>
          <p:nvPr/>
        </p:nvSpPr>
        <p:spPr>
          <a:xfrm>
            <a:off x="8572500" y="4634975"/>
            <a:ext cx="2823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sp>
        <p:nvSpPr>
          <p:cNvPr id="412" name="Google Shape;412;p58"/>
          <p:cNvSpPr/>
          <p:nvPr/>
        </p:nvSpPr>
        <p:spPr>
          <a:xfrm>
            <a:off x="352775" y="1274725"/>
            <a:ext cx="8502000" cy="2340000"/>
          </a:xfrm>
          <a:prstGeom prst="roundRect">
            <a:avLst>
              <a:gd fmla="val 8543" name="adj"/>
            </a:avLst>
          </a:prstGeom>
          <a:solidFill>
            <a:schemeClr val="lt1"/>
          </a:solidFill>
          <a:ln cap="flat" cmpd="sng" w="9525">
            <a:solidFill>
              <a:srgbClr val="0957C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58"/>
          <p:cNvSpPr/>
          <p:nvPr/>
        </p:nvSpPr>
        <p:spPr>
          <a:xfrm>
            <a:off x="352775" y="1251200"/>
            <a:ext cx="8502000" cy="480900"/>
          </a:xfrm>
          <a:prstGeom prst="round2SameRect">
            <a:avLst>
              <a:gd fmla="val 50000" name="adj1"/>
              <a:gd fmla="val 0" name="adj2"/>
            </a:avLst>
          </a:prstGeom>
          <a:solidFill>
            <a:srgbClr val="09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4" name="Google Shape;414;p58"/>
          <p:cNvSpPr/>
          <p:nvPr/>
        </p:nvSpPr>
        <p:spPr>
          <a:xfrm>
            <a:off x="471141" y="3708470"/>
            <a:ext cx="13164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Point 1</a:t>
            </a:r>
            <a:endParaRPr b="1">
              <a:solidFill>
                <a:schemeClr val="lt1"/>
              </a:solidFill>
              <a:latin typeface="Inter"/>
              <a:ea typeface="Inter"/>
              <a:cs typeface="Inter"/>
              <a:sym typeface="Inter"/>
            </a:endParaRPr>
          </a:p>
        </p:txBody>
      </p:sp>
      <p:graphicFrame>
        <p:nvGraphicFramePr>
          <p:cNvPr id="415" name="Google Shape;415;p58"/>
          <p:cNvGraphicFramePr/>
          <p:nvPr/>
        </p:nvGraphicFramePr>
        <p:xfrm>
          <a:off x="396000" y="1335750"/>
          <a:ext cx="3000000" cy="3000000"/>
        </p:xfrm>
        <a:graphic>
          <a:graphicData uri="http://schemas.openxmlformats.org/drawingml/2006/table">
            <a:tbl>
              <a:tblPr>
                <a:noFill/>
                <a:tableStyleId>{261CF25B-A5F9-4013-B32F-E248E59510A2}</a:tableStyleId>
              </a:tblPr>
              <a:tblGrid>
                <a:gridCol w="5400900"/>
                <a:gridCol w="1544125"/>
                <a:gridCol w="1415550"/>
              </a:tblGrid>
              <a:tr h="380775">
                <a:tc>
                  <a:txBody>
                    <a:bodyPr/>
                    <a:lstStyle/>
                    <a:p>
                      <a:pPr indent="0" lvl="0" marL="0" rtl="0" algn="l">
                        <a:spcBef>
                          <a:spcPts val="0"/>
                        </a:spcBef>
                        <a:spcAft>
                          <a:spcPts val="0"/>
                        </a:spcAft>
                        <a:buNone/>
                      </a:pPr>
                      <a:r>
                        <a:rPr b="1" lang="en-GB">
                          <a:solidFill>
                            <a:schemeClr val="lt1"/>
                          </a:solidFill>
                          <a:latin typeface="Inter"/>
                          <a:ea typeface="Inter"/>
                          <a:cs typeface="Inter"/>
                          <a:sym typeface="Inter"/>
                        </a:rPr>
                        <a:t>Data 1</a:t>
                      </a:r>
                      <a:endParaRPr b="1">
                        <a:solidFill>
                          <a:schemeClr val="lt1"/>
                        </a:solidFill>
                        <a:latin typeface="Inter"/>
                        <a:ea typeface="Inter"/>
                        <a:cs typeface="Inter"/>
                        <a:sym typeface="Inte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GB">
                          <a:solidFill>
                            <a:schemeClr val="lt1"/>
                          </a:solidFill>
                          <a:latin typeface="Inter"/>
                          <a:ea typeface="Inter"/>
                          <a:cs typeface="Inter"/>
                          <a:sym typeface="Inter"/>
                        </a:rPr>
                        <a:t>Q1</a:t>
                      </a:r>
                      <a:endParaRPr b="1">
                        <a:solidFill>
                          <a:schemeClr val="lt1"/>
                        </a:solidFill>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GB">
                          <a:solidFill>
                            <a:schemeClr val="lt1"/>
                          </a:solidFill>
                          <a:latin typeface="Inter"/>
                          <a:ea typeface="Inter"/>
                          <a:cs typeface="Inter"/>
                          <a:sym typeface="Inter"/>
                        </a:rPr>
                        <a:t>Q2</a:t>
                      </a:r>
                      <a:endParaRPr b="1">
                        <a:solidFill>
                          <a:schemeClr val="lt1"/>
                        </a:solidFill>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r>
              <a:tr h="3466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66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66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66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4660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416" name="Google Shape;416;p58"/>
          <p:cNvSpPr txBox="1"/>
          <p:nvPr>
            <p:ph idx="4294967295" type="subTitle"/>
          </p:nvPr>
        </p:nvSpPr>
        <p:spPr>
          <a:xfrm>
            <a:off x="386831" y="4038875"/>
            <a:ext cx="26631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800">
                <a:solidFill>
                  <a:schemeClr val="dk1"/>
                </a:solidFill>
                <a:latin typeface="Open Sans"/>
                <a:ea typeface="Open Sans"/>
                <a:cs typeface="Open Sans"/>
                <a:sym typeface="Open Sans"/>
              </a:rPr>
              <a:t>Lorem ipsum dolor sit amet, consectetur adipiscing elit, sed do eiusmod tempor incididunt ut labore et dolore magna aliqua.</a:t>
            </a:r>
            <a:endParaRPr sz="800">
              <a:solidFill>
                <a:srgbClr val="0C57C2"/>
              </a:solidFill>
              <a:latin typeface="Inter"/>
              <a:ea typeface="Inter"/>
              <a:cs typeface="Inter"/>
              <a:sym typeface="Inter"/>
            </a:endParaRPr>
          </a:p>
        </p:txBody>
      </p:sp>
      <p:sp>
        <p:nvSpPr>
          <p:cNvPr id="417" name="Google Shape;417;p58"/>
          <p:cNvSpPr txBox="1"/>
          <p:nvPr>
            <p:ph idx="4294967295" type="subTitle"/>
          </p:nvPr>
        </p:nvSpPr>
        <p:spPr>
          <a:xfrm>
            <a:off x="311700" y="860900"/>
            <a:ext cx="4442100" cy="446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n-GB">
                <a:solidFill>
                  <a:srgbClr val="0C57C2"/>
                </a:solidFill>
                <a:latin typeface="Inter"/>
                <a:ea typeface="Inter"/>
                <a:cs typeface="Inter"/>
                <a:sym typeface="Inter"/>
              </a:rPr>
              <a:t>Title page</a:t>
            </a:r>
            <a:endParaRPr b="1" sz="1800">
              <a:solidFill>
                <a:srgbClr val="0C57C2"/>
              </a:solidFill>
              <a:latin typeface="Inter"/>
              <a:ea typeface="Inter"/>
              <a:cs typeface="Inter"/>
              <a:sym typeface="Inter"/>
            </a:endParaRPr>
          </a:p>
        </p:txBody>
      </p:sp>
      <p:sp>
        <p:nvSpPr>
          <p:cNvPr id="418" name="Google Shape;418;p58"/>
          <p:cNvSpPr/>
          <p:nvPr/>
        </p:nvSpPr>
        <p:spPr>
          <a:xfrm>
            <a:off x="3255602" y="3708470"/>
            <a:ext cx="13164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Point 2</a:t>
            </a:r>
            <a:endParaRPr b="1">
              <a:solidFill>
                <a:schemeClr val="lt1"/>
              </a:solidFill>
              <a:latin typeface="Inter"/>
              <a:ea typeface="Inter"/>
              <a:cs typeface="Inter"/>
              <a:sym typeface="Inter"/>
            </a:endParaRPr>
          </a:p>
        </p:txBody>
      </p:sp>
      <p:sp>
        <p:nvSpPr>
          <p:cNvPr id="419" name="Google Shape;419;p58"/>
          <p:cNvSpPr txBox="1"/>
          <p:nvPr>
            <p:ph idx="4294967295" type="subTitle"/>
          </p:nvPr>
        </p:nvSpPr>
        <p:spPr>
          <a:xfrm>
            <a:off x="3151906" y="4038875"/>
            <a:ext cx="26631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800">
                <a:solidFill>
                  <a:schemeClr val="dk1"/>
                </a:solidFill>
                <a:latin typeface="Open Sans"/>
                <a:ea typeface="Open Sans"/>
                <a:cs typeface="Open Sans"/>
                <a:sym typeface="Open Sans"/>
              </a:rPr>
              <a:t>Lorem ipsum dolor sit amet, consectetur adipiscing elit, sed do eiusmod tempor incididunt ut labore et dolore magna aliqua.</a:t>
            </a:r>
            <a:endParaRPr sz="800">
              <a:solidFill>
                <a:srgbClr val="0C57C2"/>
              </a:solidFill>
              <a:latin typeface="Inter"/>
              <a:ea typeface="Inter"/>
              <a:cs typeface="Inter"/>
              <a:sym typeface="Inter"/>
            </a:endParaRPr>
          </a:p>
        </p:txBody>
      </p:sp>
      <p:sp>
        <p:nvSpPr>
          <p:cNvPr id="420" name="Google Shape;420;p58"/>
          <p:cNvSpPr/>
          <p:nvPr/>
        </p:nvSpPr>
        <p:spPr>
          <a:xfrm>
            <a:off x="6097121" y="3708470"/>
            <a:ext cx="1316400" cy="352500"/>
          </a:xfrm>
          <a:prstGeom prst="roundRect">
            <a:avLst>
              <a:gd fmla="val 16667" name="adj"/>
            </a:avLst>
          </a:prstGeom>
          <a:solidFill>
            <a:srgbClr val="0C57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Point 3</a:t>
            </a:r>
            <a:endParaRPr b="1">
              <a:solidFill>
                <a:schemeClr val="lt1"/>
              </a:solidFill>
              <a:latin typeface="Inter"/>
              <a:ea typeface="Inter"/>
              <a:cs typeface="Inter"/>
              <a:sym typeface="Inter"/>
            </a:endParaRPr>
          </a:p>
        </p:txBody>
      </p:sp>
      <p:sp>
        <p:nvSpPr>
          <p:cNvPr id="421" name="Google Shape;421;p58"/>
          <p:cNvSpPr txBox="1"/>
          <p:nvPr>
            <p:ph idx="4294967295" type="subTitle"/>
          </p:nvPr>
        </p:nvSpPr>
        <p:spPr>
          <a:xfrm>
            <a:off x="5993817" y="4038875"/>
            <a:ext cx="2663100" cy="5961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800">
                <a:solidFill>
                  <a:schemeClr val="dk1"/>
                </a:solidFill>
                <a:latin typeface="Open Sans"/>
                <a:ea typeface="Open Sans"/>
                <a:cs typeface="Open Sans"/>
                <a:sym typeface="Open Sans"/>
              </a:rPr>
              <a:t>Lorem ipsum dolor sit amet, consectetur adipiscing elit, sed do eiusmod tempor incididunt ut labore et dolore magna aliqua.</a:t>
            </a:r>
            <a:endParaRPr sz="800">
              <a:solidFill>
                <a:srgbClr val="0C57C2"/>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9"/>
          <p:cNvSpPr txBox="1"/>
          <p:nvPr/>
        </p:nvSpPr>
        <p:spPr>
          <a:xfrm>
            <a:off x="8572500" y="4634975"/>
            <a:ext cx="2823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sp>
        <p:nvSpPr>
          <p:cNvPr id="427" name="Google Shape;427;p59"/>
          <p:cNvSpPr txBox="1"/>
          <p:nvPr>
            <p:ph type="ctrTitle"/>
          </p:nvPr>
        </p:nvSpPr>
        <p:spPr>
          <a:xfrm>
            <a:off x="564138" y="1312125"/>
            <a:ext cx="4013400" cy="17907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t/>
            </a:r>
            <a:endParaRPr/>
          </a:p>
        </p:txBody>
      </p:sp>
      <p:sp>
        <p:nvSpPr>
          <p:cNvPr id="428" name="Google Shape;428;p59"/>
          <p:cNvSpPr txBox="1"/>
          <p:nvPr>
            <p:ph idx="1" type="subTitle"/>
          </p:nvPr>
        </p:nvSpPr>
        <p:spPr>
          <a:xfrm>
            <a:off x="564138" y="3402775"/>
            <a:ext cx="4013400" cy="1010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
        <p:nvSpPr>
          <p:cNvPr id="429" name="Google Shape;429;p59"/>
          <p:cNvSpPr/>
          <p:nvPr>
            <p:ph idx="2" type="pic"/>
          </p:nvPr>
        </p:nvSpPr>
        <p:spPr>
          <a:xfrm>
            <a:off x="5032975" y="317500"/>
            <a:ext cx="3821700" cy="4515000"/>
          </a:xfrm>
          <a:prstGeom prst="roundRect">
            <a:avLst>
              <a:gd fmla="val 16667" name="adj"/>
            </a:avLst>
          </a:prstGeom>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0"/>
          <p:cNvSpPr txBox="1"/>
          <p:nvPr/>
        </p:nvSpPr>
        <p:spPr>
          <a:xfrm>
            <a:off x="8572500" y="4634975"/>
            <a:ext cx="2823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sp>
        <p:nvSpPr>
          <p:cNvPr id="435" name="Google Shape;435;p60"/>
          <p:cNvSpPr txBox="1"/>
          <p:nvPr>
            <p:ph idx="1" type="subTitle"/>
          </p:nvPr>
        </p:nvSpPr>
        <p:spPr>
          <a:xfrm>
            <a:off x="4656050" y="2328100"/>
            <a:ext cx="3709200" cy="916200"/>
          </a:xfrm>
          <a:prstGeom prst="rect">
            <a:avLst/>
          </a:prstGeom>
        </p:spPr>
        <p:txBody>
          <a:bodyPr anchorCtr="0" anchor="t" bIns="34275" lIns="68575" spcFirstLastPara="1" rIns="68575" wrap="square" tIns="34275">
            <a:noAutofit/>
          </a:bodyPr>
          <a:lstStyle/>
          <a:p>
            <a:pPr indent="0" lvl="0" marL="0" rtl="0" algn="l">
              <a:lnSpc>
                <a:spcPct val="95000"/>
              </a:lnSpc>
              <a:spcBef>
                <a:spcPts val="1200"/>
              </a:spcBef>
              <a:spcAft>
                <a:spcPts val="0"/>
              </a:spcAft>
              <a:buNone/>
            </a:pPr>
            <a:r>
              <a:rPr lang="en-GB" sz="1400">
                <a:solidFill>
                  <a:srgbClr val="666666"/>
                </a:solidFill>
                <a:highlight>
                  <a:srgbClr val="FFFFFF"/>
                </a:highlight>
              </a:rPr>
              <a:t>Ide flow pembuatan program dan </a:t>
            </a:r>
            <a:endParaRPr sz="100">
              <a:solidFill>
                <a:srgbClr val="666666"/>
              </a:solidFill>
              <a:latin typeface="Inter"/>
              <a:ea typeface="Inter"/>
              <a:cs typeface="Inter"/>
              <a:sym typeface="Inter"/>
            </a:endParaRPr>
          </a:p>
        </p:txBody>
      </p:sp>
      <p:cxnSp>
        <p:nvCxnSpPr>
          <p:cNvPr id="436" name="Google Shape;436;p60"/>
          <p:cNvCxnSpPr/>
          <p:nvPr/>
        </p:nvCxnSpPr>
        <p:spPr>
          <a:xfrm>
            <a:off x="4802750" y="3634575"/>
            <a:ext cx="3778200" cy="0"/>
          </a:xfrm>
          <a:prstGeom prst="straightConnector1">
            <a:avLst/>
          </a:prstGeom>
          <a:noFill/>
          <a:ln cap="flat" cmpd="sng" w="9525">
            <a:solidFill>
              <a:schemeClr val="dk2"/>
            </a:solidFill>
            <a:prstDash val="solid"/>
            <a:round/>
            <a:headEnd len="med" w="med" type="none"/>
            <a:tailEnd len="med" w="med" type="none"/>
          </a:ln>
        </p:spPr>
      </p:cxnSp>
      <p:sp>
        <p:nvSpPr>
          <p:cNvPr id="437" name="Google Shape;437;p60"/>
          <p:cNvSpPr txBox="1"/>
          <p:nvPr>
            <p:ph idx="1" type="subTitle"/>
          </p:nvPr>
        </p:nvSpPr>
        <p:spPr>
          <a:xfrm>
            <a:off x="4656050" y="3694625"/>
            <a:ext cx="4260300" cy="626700"/>
          </a:xfrm>
          <a:prstGeom prst="rect">
            <a:avLst/>
          </a:prstGeom>
        </p:spPr>
        <p:txBody>
          <a:bodyPr anchorCtr="0" anchor="t" bIns="34275" lIns="68575" spcFirstLastPara="1" rIns="68575" wrap="square" tIns="34275">
            <a:normAutofit/>
          </a:bodyPr>
          <a:lstStyle/>
          <a:p>
            <a:pPr indent="0" lvl="0" marL="0" rtl="0" algn="l">
              <a:lnSpc>
                <a:spcPct val="115000"/>
              </a:lnSpc>
              <a:spcBef>
                <a:spcPts val="800"/>
              </a:spcBef>
              <a:spcAft>
                <a:spcPts val="0"/>
              </a:spcAft>
              <a:buNone/>
            </a:pPr>
            <a:r>
              <a:rPr b="1" lang="en-GB" sz="1300">
                <a:solidFill>
                  <a:srgbClr val="0C57C2"/>
                </a:solidFill>
                <a:latin typeface="Inter"/>
                <a:ea typeface="Inter"/>
                <a:cs typeface="Inter"/>
                <a:sym typeface="Inter"/>
              </a:rPr>
              <a:t>PT. Bank Rakyat Indonesia (Persero) Tbk</a:t>
            </a:r>
            <a:endParaRPr b="1" sz="1300">
              <a:solidFill>
                <a:srgbClr val="0C57C2"/>
              </a:solidFill>
              <a:latin typeface="Inter"/>
              <a:ea typeface="Inter"/>
              <a:cs typeface="Inter"/>
              <a:sym typeface="Inter"/>
            </a:endParaRPr>
          </a:p>
          <a:p>
            <a:pPr indent="0" lvl="0" marL="0" rtl="0" algn="l">
              <a:lnSpc>
                <a:spcPct val="115000"/>
              </a:lnSpc>
              <a:spcBef>
                <a:spcPts val="800"/>
              </a:spcBef>
              <a:spcAft>
                <a:spcPts val="0"/>
              </a:spcAft>
              <a:buNone/>
            </a:pPr>
            <a:r>
              <a:rPr lang="en-GB" sz="1300">
                <a:solidFill>
                  <a:srgbClr val="0C57C2"/>
                </a:solidFill>
                <a:latin typeface="Inter"/>
                <a:ea typeface="Inter"/>
                <a:cs typeface="Inter"/>
                <a:sym typeface="Inter"/>
              </a:rPr>
              <a:t>(Day, DD/MM/YYYY)</a:t>
            </a:r>
            <a:endParaRPr sz="1300">
              <a:solidFill>
                <a:srgbClr val="0C57C2"/>
              </a:solidFill>
              <a:latin typeface="Inter"/>
              <a:ea typeface="Inter"/>
              <a:cs typeface="Inter"/>
              <a:sym typeface="Inter"/>
            </a:endParaRPr>
          </a:p>
        </p:txBody>
      </p:sp>
      <p:sp>
        <p:nvSpPr>
          <p:cNvPr id="438" name="Google Shape;438;p60"/>
          <p:cNvSpPr txBox="1"/>
          <p:nvPr>
            <p:ph type="ctrTitle"/>
          </p:nvPr>
        </p:nvSpPr>
        <p:spPr>
          <a:xfrm>
            <a:off x="5097425" y="1628450"/>
            <a:ext cx="3585300" cy="708300"/>
          </a:xfrm>
          <a:prstGeom prst="rect">
            <a:avLst/>
          </a:prstGeom>
        </p:spPr>
        <p:txBody>
          <a:bodyPr anchorCtr="0" anchor="ctr" bIns="34275" lIns="68575" spcFirstLastPara="1" rIns="68575" wrap="square" tIns="34275">
            <a:normAutofit/>
          </a:bodyPr>
          <a:lstStyle/>
          <a:p>
            <a:pPr indent="0" lvl="0" marL="0" rtl="0" algn="l">
              <a:lnSpc>
                <a:spcPct val="115000"/>
              </a:lnSpc>
              <a:spcBef>
                <a:spcPts val="1200"/>
              </a:spcBef>
              <a:spcAft>
                <a:spcPts val="1200"/>
              </a:spcAft>
              <a:buNone/>
            </a:pPr>
            <a:r>
              <a:rPr b="1" lang="en-GB" sz="2300">
                <a:solidFill>
                  <a:srgbClr val="0C57C2"/>
                </a:solidFill>
              </a:rPr>
              <a:t>Proposal Ide</a:t>
            </a:r>
            <a:endParaRPr b="1" sz="2300">
              <a:latin typeface="Inter"/>
              <a:ea typeface="Inter"/>
              <a:cs typeface="Inter"/>
              <a:sym typeface="Inter"/>
            </a:endParaRPr>
          </a:p>
        </p:txBody>
      </p:sp>
      <p:sp>
        <p:nvSpPr>
          <p:cNvPr id="439" name="Google Shape;439;p60"/>
          <p:cNvSpPr txBox="1"/>
          <p:nvPr>
            <p:ph type="ctrTitle"/>
          </p:nvPr>
        </p:nvSpPr>
        <p:spPr>
          <a:xfrm>
            <a:off x="4622375" y="1628450"/>
            <a:ext cx="621900" cy="708300"/>
          </a:xfrm>
          <a:prstGeom prst="rect">
            <a:avLst/>
          </a:prstGeom>
        </p:spPr>
        <p:txBody>
          <a:bodyPr anchorCtr="0" anchor="ctr" bIns="34275" lIns="68575" spcFirstLastPara="1" rIns="68575" wrap="square" tIns="34275">
            <a:normAutofit/>
          </a:bodyPr>
          <a:lstStyle/>
          <a:p>
            <a:pPr indent="0" lvl="0" marL="0" rtl="0" algn="l">
              <a:lnSpc>
                <a:spcPct val="115000"/>
              </a:lnSpc>
              <a:spcBef>
                <a:spcPts val="1200"/>
              </a:spcBef>
              <a:spcAft>
                <a:spcPts val="1200"/>
              </a:spcAft>
              <a:buNone/>
            </a:pPr>
            <a:r>
              <a:rPr b="1" lang="en-GB" sz="3200">
                <a:solidFill>
                  <a:srgbClr val="0C57C2"/>
                </a:solidFill>
                <a:latin typeface="Inter"/>
                <a:ea typeface="Inter"/>
                <a:cs typeface="Inter"/>
                <a:sym typeface="Inter"/>
              </a:rPr>
              <a:t>2.</a:t>
            </a:r>
            <a:endParaRPr b="1">
              <a:latin typeface="Inter"/>
              <a:ea typeface="Inter"/>
              <a:cs typeface="Inter"/>
              <a:sym typeface="Inter"/>
            </a:endParaRPr>
          </a:p>
        </p:txBody>
      </p:sp>
      <p:sp>
        <p:nvSpPr>
          <p:cNvPr id="440" name="Google Shape;440;p60"/>
          <p:cNvSpPr/>
          <p:nvPr/>
        </p:nvSpPr>
        <p:spPr>
          <a:xfrm>
            <a:off x="717700" y="1136350"/>
            <a:ext cx="2922000" cy="2922000"/>
          </a:xfrm>
          <a:prstGeom prst="roundRect">
            <a:avLst>
              <a:gd fmla="val 11988" name="adj"/>
            </a:avLst>
          </a:prstGeom>
          <a:noFill/>
          <a:ln cap="flat" cmpd="sng" w="762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1" name="Google Shape;441;p60"/>
          <p:cNvSpPr/>
          <p:nvPr/>
        </p:nvSpPr>
        <p:spPr>
          <a:xfrm>
            <a:off x="187856" y="0"/>
            <a:ext cx="4198135" cy="5144238"/>
          </a:xfrm>
          <a:custGeom>
            <a:rect b="b" l="l" r="r" t="t"/>
            <a:pathLst>
              <a:path extrusionOk="0" h="896990" w="732020">
                <a:moveTo>
                  <a:pt x="47032" y="0"/>
                </a:moveTo>
                <a:lnTo>
                  <a:pt x="684987" y="0"/>
                </a:lnTo>
                <a:cubicBezTo>
                  <a:pt x="710963" y="0"/>
                  <a:pt x="732020" y="21057"/>
                  <a:pt x="732020" y="47032"/>
                </a:cubicBezTo>
                <a:lnTo>
                  <a:pt x="732020" y="849958"/>
                </a:lnTo>
                <a:cubicBezTo>
                  <a:pt x="732020" y="875933"/>
                  <a:pt x="710963" y="896990"/>
                  <a:pt x="684987" y="896990"/>
                </a:cubicBezTo>
                <a:lnTo>
                  <a:pt x="47032" y="896990"/>
                </a:lnTo>
                <a:cubicBezTo>
                  <a:pt x="21057" y="896990"/>
                  <a:pt x="0" y="875933"/>
                  <a:pt x="0" y="849958"/>
                </a:cubicBezTo>
                <a:lnTo>
                  <a:pt x="0" y="47032"/>
                </a:lnTo>
                <a:cubicBezTo>
                  <a:pt x="0" y="21057"/>
                  <a:pt x="21057" y="0"/>
                  <a:pt x="47032" y="0"/>
                </a:cubicBezTo>
                <a:close/>
              </a:path>
            </a:pathLst>
          </a:custGeom>
          <a:blipFill rotWithShape="1">
            <a:blip r:embed="rId3">
              <a:alphaModFix/>
            </a:blip>
            <a:stretch>
              <a:fillRect b="0" l="-41902" r="-41902"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1"/>
          <p:cNvSpPr/>
          <p:nvPr/>
        </p:nvSpPr>
        <p:spPr>
          <a:xfrm>
            <a:off x="357475" y="1344556"/>
            <a:ext cx="2698800" cy="2982600"/>
          </a:xfrm>
          <a:prstGeom prst="roundRect">
            <a:avLst>
              <a:gd fmla="val 9325"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61"/>
          <p:cNvSpPr/>
          <p:nvPr/>
        </p:nvSpPr>
        <p:spPr>
          <a:xfrm>
            <a:off x="600378" y="1683342"/>
            <a:ext cx="553500" cy="507600"/>
          </a:xfrm>
          <a:prstGeom prst="roundRect">
            <a:avLst>
              <a:gd fmla="val 16667" name="adj"/>
            </a:avLst>
          </a:prstGeom>
          <a:solidFill>
            <a:srgbClr val="71C4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700">
                <a:solidFill>
                  <a:schemeClr val="lt1"/>
                </a:solidFill>
                <a:latin typeface="Inter"/>
                <a:ea typeface="Inter"/>
                <a:cs typeface="Inter"/>
                <a:sym typeface="Inter"/>
              </a:rPr>
              <a:t>1</a:t>
            </a:r>
            <a:endParaRPr b="1" sz="1700">
              <a:solidFill>
                <a:schemeClr val="lt1"/>
              </a:solidFill>
              <a:latin typeface="Inter"/>
              <a:ea typeface="Inter"/>
              <a:cs typeface="Inter"/>
              <a:sym typeface="Inter"/>
            </a:endParaRPr>
          </a:p>
        </p:txBody>
      </p:sp>
      <p:sp>
        <p:nvSpPr>
          <p:cNvPr id="448" name="Google Shape;448;p61"/>
          <p:cNvSpPr txBox="1"/>
          <p:nvPr>
            <p:ph idx="4294967295" type="subTitle"/>
          </p:nvPr>
        </p:nvSpPr>
        <p:spPr>
          <a:xfrm>
            <a:off x="462250" y="2302458"/>
            <a:ext cx="2433600" cy="16530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800">
                <a:solidFill>
                  <a:schemeClr val="lt1"/>
                </a:solidFill>
                <a:latin typeface="Inter Medium"/>
                <a:ea typeface="Inter Medium"/>
                <a:cs typeface="Inter Medium"/>
                <a:sym typeface="Inter Medium"/>
              </a:rPr>
              <a:t>Lorem ipsum dolor sit amet, consectetur adipiscing elit, sed do eiusmod tempor incididunt ut labore et dolore magna aliqua. Ut enim ad minim veniam, quis nostrud exercitation ullamco laboris nisi ut aliquip ex ea commodo consequat.</a:t>
            </a:r>
            <a:endParaRPr sz="800">
              <a:solidFill>
                <a:schemeClr val="lt1"/>
              </a:solidFill>
              <a:latin typeface="Inter Medium"/>
              <a:ea typeface="Inter Medium"/>
              <a:cs typeface="Inter Medium"/>
              <a:sym typeface="Inter Medium"/>
            </a:endParaRPr>
          </a:p>
          <a:p>
            <a:pPr indent="0" lvl="0" marL="0" rtl="0" algn="just">
              <a:lnSpc>
                <a:spcPct val="100000"/>
              </a:lnSpc>
              <a:spcBef>
                <a:spcPts val="800"/>
              </a:spcBef>
              <a:spcAft>
                <a:spcPts val="0"/>
              </a:spcAft>
              <a:buNone/>
            </a:pPr>
            <a:r>
              <a:rPr lang="en-GB" sz="800">
                <a:solidFill>
                  <a:schemeClr val="lt1"/>
                </a:solidFill>
                <a:latin typeface="Inter Medium"/>
                <a:ea typeface="Inter Medium"/>
                <a:cs typeface="Inter Medium"/>
                <a:sym typeface="Inter Medium"/>
              </a:rPr>
              <a:t>Duis aute irure dolor in reprehenderit in voluptate velit esse cillum dolore eu fugiat nulla pariatur. Excepteur sint occaecat cupidatat non proident, sunt in culpa qui officia deserunt mollit anim id est laborum.</a:t>
            </a:r>
            <a:endParaRPr sz="800">
              <a:solidFill>
                <a:schemeClr val="lt1"/>
              </a:solidFill>
              <a:latin typeface="Inter Medium"/>
              <a:ea typeface="Inter Medium"/>
              <a:cs typeface="Inter Medium"/>
              <a:sym typeface="Inter Medium"/>
            </a:endParaRPr>
          </a:p>
        </p:txBody>
      </p:sp>
      <p:sp>
        <p:nvSpPr>
          <p:cNvPr id="449" name="Google Shape;449;p61"/>
          <p:cNvSpPr txBox="1"/>
          <p:nvPr>
            <p:ph idx="4294967295" type="subTitle"/>
          </p:nvPr>
        </p:nvSpPr>
        <p:spPr>
          <a:xfrm>
            <a:off x="311700" y="807857"/>
            <a:ext cx="3360600" cy="446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n-GB">
                <a:solidFill>
                  <a:schemeClr val="lt1"/>
                </a:solidFill>
                <a:latin typeface="Inter"/>
                <a:ea typeface="Inter"/>
                <a:cs typeface="Inter"/>
                <a:sym typeface="Inter"/>
              </a:rPr>
              <a:t>Title page</a:t>
            </a:r>
            <a:endParaRPr b="1" sz="1800">
              <a:solidFill>
                <a:schemeClr val="lt1"/>
              </a:solidFill>
              <a:latin typeface="Inter"/>
              <a:ea typeface="Inter"/>
              <a:cs typeface="Inter"/>
              <a:sym typeface="Inter"/>
            </a:endParaRPr>
          </a:p>
        </p:txBody>
      </p:sp>
      <p:sp>
        <p:nvSpPr>
          <p:cNvPr id="450" name="Google Shape;450;p61"/>
          <p:cNvSpPr txBox="1"/>
          <p:nvPr>
            <p:ph idx="4294967295" type="subTitle"/>
          </p:nvPr>
        </p:nvSpPr>
        <p:spPr>
          <a:xfrm>
            <a:off x="1196825" y="1703734"/>
            <a:ext cx="1742100" cy="507600"/>
          </a:xfrm>
          <a:prstGeom prst="rect">
            <a:avLst/>
          </a:prstGeom>
        </p:spPr>
        <p:txBody>
          <a:bodyPr anchorCtr="0" anchor="ctr" bIns="34275" lIns="68575" spcFirstLastPara="1" rIns="68575" wrap="square" tIns="34275">
            <a:noAutofit/>
          </a:bodyPr>
          <a:lstStyle/>
          <a:p>
            <a:pPr indent="0" lvl="0" marL="0" rtl="0" algn="l">
              <a:lnSpc>
                <a:spcPct val="100000"/>
              </a:lnSpc>
              <a:spcBef>
                <a:spcPts val="800"/>
              </a:spcBef>
              <a:spcAft>
                <a:spcPts val="0"/>
              </a:spcAft>
              <a:buNone/>
            </a:pPr>
            <a:r>
              <a:rPr lang="en-GB" sz="1900">
                <a:solidFill>
                  <a:schemeClr val="lt1"/>
                </a:solidFill>
                <a:latin typeface="Inter Medium"/>
                <a:ea typeface="Inter Medium"/>
                <a:cs typeface="Inter Medium"/>
                <a:sym typeface="Inter Medium"/>
              </a:rPr>
              <a:t>Add title here</a:t>
            </a:r>
            <a:endParaRPr sz="1900">
              <a:solidFill>
                <a:schemeClr val="lt1"/>
              </a:solidFill>
              <a:latin typeface="Inter Medium"/>
              <a:ea typeface="Inter Medium"/>
              <a:cs typeface="Inter Medium"/>
              <a:sym typeface="Inter Medium"/>
            </a:endParaRPr>
          </a:p>
        </p:txBody>
      </p:sp>
      <p:sp>
        <p:nvSpPr>
          <p:cNvPr id="451" name="Google Shape;451;p61"/>
          <p:cNvSpPr/>
          <p:nvPr/>
        </p:nvSpPr>
        <p:spPr>
          <a:xfrm>
            <a:off x="3480853" y="1683342"/>
            <a:ext cx="553500" cy="507600"/>
          </a:xfrm>
          <a:prstGeom prst="roundRect">
            <a:avLst>
              <a:gd fmla="val 16667" name="adj"/>
            </a:avLst>
          </a:prstGeom>
          <a:solidFill>
            <a:srgbClr val="71C4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700">
                <a:solidFill>
                  <a:schemeClr val="lt1"/>
                </a:solidFill>
                <a:latin typeface="Inter"/>
                <a:ea typeface="Inter"/>
                <a:cs typeface="Inter"/>
                <a:sym typeface="Inter"/>
              </a:rPr>
              <a:t>2</a:t>
            </a:r>
            <a:endParaRPr b="1" sz="1700">
              <a:solidFill>
                <a:schemeClr val="lt1"/>
              </a:solidFill>
              <a:latin typeface="Inter"/>
              <a:ea typeface="Inter"/>
              <a:cs typeface="Inter"/>
              <a:sym typeface="Inter"/>
            </a:endParaRPr>
          </a:p>
        </p:txBody>
      </p:sp>
      <p:sp>
        <p:nvSpPr>
          <p:cNvPr id="452" name="Google Shape;452;p61"/>
          <p:cNvSpPr txBox="1"/>
          <p:nvPr>
            <p:ph idx="4294967295" type="subTitle"/>
          </p:nvPr>
        </p:nvSpPr>
        <p:spPr>
          <a:xfrm>
            <a:off x="3342725" y="2302458"/>
            <a:ext cx="2433600" cy="16530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800">
                <a:solidFill>
                  <a:schemeClr val="lt1"/>
                </a:solidFill>
                <a:latin typeface="Inter Medium"/>
                <a:ea typeface="Inter Medium"/>
                <a:cs typeface="Inter Medium"/>
                <a:sym typeface="Inter Medium"/>
              </a:rPr>
              <a:t>Lorem ipsum dolor sit amet, consectetur adipiscing elit, sed do eiusmod tempor incididunt ut labore et dolore magna aliqua. Ut enim ad minim veniam, quis nostrud exercitation ullamco laboris nisi ut aliquip ex ea commodo consequat.</a:t>
            </a:r>
            <a:endParaRPr sz="800">
              <a:solidFill>
                <a:schemeClr val="lt1"/>
              </a:solidFill>
              <a:latin typeface="Inter Medium"/>
              <a:ea typeface="Inter Medium"/>
              <a:cs typeface="Inter Medium"/>
              <a:sym typeface="Inter Medium"/>
            </a:endParaRPr>
          </a:p>
          <a:p>
            <a:pPr indent="0" lvl="0" marL="0" rtl="0" algn="just">
              <a:lnSpc>
                <a:spcPct val="100000"/>
              </a:lnSpc>
              <a:spcBef>
                <a:spcPts val="800"/>
              </a:spcBef>
              <a:spcAft>
                <a:spcPts val="0"/>
              </a:spcAft>
              <a:buNone/>
            </a:pPr>
            <a:r>
              <a:rPr lang="en-GB" sz="800">
                <a:solidFill>
                  <a:schemeClr val="lt1"/>
                </a:solidFill>
                <a:latin typeface="Inter Medium"/>
                <a:ea typeface="Inter Medium"/>
                <a:cs typeface="Inter Medium"/>
                <a:sym typeface="Inter Medium"/>
              </a:rPr>
              <a:t>Duis aute irure dolor in reprehenderit in voluptate velit esse cillum dolore eu fugiat nulla pariatur. Excepteur sint occaecat cupidatat non proident, sunt in culpa qui officia deserunt mollit anim id est laborum.</a:t>
            </a:r>
            <a:endParaRPr sz="800">
              <a:solidFill>
                <a:schemeClr val="lt1"/>
              </a:solidFill>
              <a:latin typeface="Inter Medium"/>
              <a:ea typeface="Inter Medium"/>
              <a:cs typeface="Inter Medium"/>
              <a:sym typeface="Inter Medium"/>
            </a:endParaRPr>
          </a:p>
        </p:txBody>
      </p:sp>
      <p:sp>
        <p:nvSpPr>
          <p:cNvPr id="453" name="Google Shape;453;p61"/>
          <p:cNvSpPr txBox="1"/>
          <p:nvPr>
            <p:ph idx="4294967295" type="subTitle"/>
          </p:nvPr>
        </p:nvSpPr>
        <p:spPr>
          <a:xfrm>
            <a:off x="4077300" y="1703734"/>
            <a:ext cx="1742100" cy="507600"/>
          </a:xfrm>
          <a:prstGeom prst="rect">
            <a:avLst/>
          </a:prstGeom>
        </p:spPr>
        <p:txBody>
          <a:bodyPr anchorCtr="0" anchor="ctr" bIns="34275" lIns="68575" spcFirstLastPara="1" rIns="68575" wrap="square" tIns="34275">
            <a:noAutofit/>
          </a:bodyPr>
          <a:lstStyle/>
          <a:p>
            <a:pPr indent="0" lvl="0" marL="0" rtl="0" algn="l">
              <a:lnSpc>
                <a:spcPct val="100000"/>
              </a:lnSpc>
              <a:spcBef>
                <a:spcPts val="800"/>
              </a:spcBef>
              <a:spcAft>
                <a:spcPts val="0"/>
              </a:spcAft>
              <a:buNone/>
            </a:pPr>
            <a:r>
              <a:rPr lang="en-GB" sz="1900">
                <a:solidFill>
                  <a:schemeClr val="lt1"/>
                </a:solidFill>
                <a:latin typeface="Inter Medium"/>
                <a:ea typeface="Inter Medium"/>
                <a:cs typeface="Inter Medium"/>
                <a:sym typeface="Inter Medium"/>
              </a:rPr>
              <a:t>Add title here</a:t>
            </a:r>
            <a:endParaRPr sz="1900">
              <a:solidFill>
                <a:schemeClr val="lt1"/>
              </a:solidFill>
              <a:latin typeface="Inter Medium"/>
              <a:ea typeface="Inter Medium"/>
              <a:cs typeface="Inter Medium"/>
              <a:sym typeface="Inter Medium"/>
            </a:endParaRPr>
          </a:p>
        </p:txBody>
      </p:sp>
      <p:sp>
        <p:nvSpPr>
          <p:cNvPr id="454" name="Google Shape;454;p61"/>
          <p:cNvSpPr/>
          <p:nvPr/>
        </p:nvSpPr>
        <p:spPr>
          <a:xfrm>
            <a:off x="6372503" y="1683342"/>
            <a:ext cx="553500" cy="507600"/>
          </a:xfrm>
          <a:prstGeom prst="roundRect">
            <a:avLst>
              <a:gd fmla="val 16667" name="adj"/>
            </a:avLst>
          </a:prstGeom>
          <a:solidFill>
            <a:srgbClr val="71C4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700">
                <a:solidFill>
                  <a:schemeClr val="lt1"/>
                </a:solidFill>
                <a:latin typeface="Inter"/>
                <a:ea typeface="Inter"/>
                <a:cs typeface="Inter"/>
                <a:sym typeface="Inter"/>
              </a:rPr>
              <a:t>3</a:t>
            </a:r>
            <a:endParaRPr b="1" sz="1700">
              <a:solidFill>
                <a:schemeClr val="lt1"/>
              </a:solidFill>
              <a:latin typeface="Inter"/>
              <a:ea typeface="Inter"/>
              <a:cs typeface="Inter"/>
              <a:sym typeface="Inter"/>
            </a:endParaRPr>
          </a:p>
        </p:txBody>
      </p:sp>
      <p:sp>
        <p:nvSpPr>
          <p:cNvPr id="455" name="Google Shape;455;p61"/>
          <p:cNvSpPr txBox="1"/>
          <p:nvPr>
            <p:ph idx="4294967295" type="subTitle"/>
          </p:nvPr>
        </p:nvSpPr>
        <p:spPr>
          <a:xfrm>
            <a:off x="6234375" y="2302458"/>
            <a:ext cx="2433600" cy="16530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800">
                <a:solidFill>
                  <a:schemeClr val="lt1"/>
                </a:solidFill>
                <a:latin typeface="Inter Medium"/>
                <a:ea typeface="Inter Medium"/>
                <a:cs typeface="Inter Medium"/>
                <a:sym typeface="Inter Medium"/>
              </a:rPr>
              <a:t>Lorem ipsum dolor sit amet, consectetur adipiscing elit, sed do eiusmod tempor incididunt ut labore et dolore magna aliqua. Ut enim ad minim veniam, quis nostrud exercitation ullamco laboris nisi ut aliquip ex ea commodo consequat.</a:t>
            </a:r>
            <a:endParaRPr sz="800">
              <a:solidFill>
                <a:schemeClr val="lt1"/>
              </a:solidFill>
              <a:latin typeface="Inter Medium"/>
              <a:ea typeface="Inter Medium"/>
              <a:cs typeface="Inter Medium"/>
              <a:sym typeface="Inter Medium"/>
            </a:endParaRPr>
          </a:p>
          <a:p>
            <a:pPr indent="0" lvl="0" marL="0" rtl="0" algn="just">
              <a:lnSpc>
                <a:spcPct val="100000"/>
              </a:lnSpc>
              <a:spcBef>
                <a:spcPts val="800"/>
              </a:spcBef>
              <a:spcAft>
                <a:spcPts val="0"/>
              </a:spcAft>
              <a:buNone/>
            </a:pPr>
            <a:r>
              <a:rPr lang="en-GB" sz="800">
                <a:solidFill>
                  <a:schemeClr val="lt1"/>
                </a:solidFill>
                <a:latin typeface="Inter Medium"/>
                <a:ea typeface="Inter Medium"/>
                <a:cs typeface="Inter Medium"/>
                <a:sym typeface="Inter Medium"/>
              </a:rPr>
              <a:t>Duis aute irure dolor in reprehenderit in voluptate velit esse cillum dolore eu fugiat nulla pariatur. Excepteur sint occaecat cupidatat non proident, sunt in culpa qui officia deserunt mollit anim id est laborum.</a:t>
            </a:r>
            <a:endParaRPr sz="800">
              <a:solidFill>
                <a:schemeClr val="lt1"/>
              </a:solidFill>
              <a:latin typeface="Inter Medium"/>
              <a:ea typeface="Inter Medium"/>
              <a:cs typeface="Inter Medium"/>
              <a:sym typeface="Inter Medium"/>
            </a:endParaRPr>
          </a:p>
        </p:txBody>
      </p:sp>
      <p:sp>
        <p:nvSpPr>
          <p:cNvPr id="456" name="Google Shape;456;p61"/>
          <p:cNvSpPr txBox="1"/>
          <p:nvPr>
            <p:ph idx="4294967295" type="subTitle"/>
          </p:nvPr>
        </p:nvSpPr>
        <p:spPr>
          <a:xfrm>
            <a:off x="6968950" y="1703734"/>
            <a:ext cx="1742100" cy="507600"/>
          </a:xfrm>
          <a:prstGeom prst="rect">
            <a:avLst/>
          </a:prstGeom>
        </p:spPr>
        <p:txBody>
          <a:bodyPr anchorCtr="0" anchor="ctr" bIns="34275" lIns="68575" spcFirstLastPara="1" rIns="68575" wrap="square" tIns="34275">
            <a:noAutofit/>
          </a:bodyPr>
          <a:lstStyle/>
          <a:p>
            <a:pPr indent="0" lvl="0" marL="0" rtl="0" algn="l">
              <a:lnSpc>
                <a:spcPct val="100000"/>
              </a:lnSpc>
              <a:spcBef>
                <a:spcPts val="800"/>
              </a:spcBef>
              <a:spcAft>
                <a:spcPts val="0"/>
              </a:spcAft>
              <a:buNone/>
            </a:pPr>
            <a:r>
              <a:rPr lang="en-GB" sz="1900">
                <a:solidFill>
                  <a:schemeClr val="lt1"/>
                </a:solidFill>
                <a:latin typeface="Inter Medium"/>
                <a:ea typeface="Inter Medium"/>
                <a:cs typeface="Inter Medium"/>
                <a:sym typeface="Inter Medium"/>
              </a:rPr>
              <a:t>Add title here</a:t>
            </a:r>
            <a:endParaRPr sz="1900">
              <a:solidFill>
                <a:schemeClr val="lt1"/>
              </a:solidFill>
              <a:latin typeface="Inter Medium"/>
              <a:ea typeface="Inter Medium"/>
              <a:cs typeface="Inter Medium"/>
              <a:sym typeface="Inter Medium"/>
            </a:endParaRPr>
          </a:p>
        </p:txBody>
      </p:sp>
      <p:sp>
        <p:nvSpPr>
          <p:cNvPr id="457" name="Google Shape;457;p61"/>
          <p:cNvSpPr txBox="1"/>
          <p:nvPr/>
        </p:nvSpPr>
        <p:spPr>
          <a:xfrm>
            <a:off x="8580950" y="4663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lt1"/>
                </a:solidFill>
                <a:latin typeface="Inter"/>
                <a:ea typeface="Inter"/>
                <a:cs typeface="Inter"/>
                <a:sym typeface="Inter"/>
              </a:rPr>
              <a:t>‹#›</a:t>
            </a:fld>
            <a:endParaRPr b="1" sz="600">
              <a:solidFill>
                <a:schemeClr val="lt1"/>
              </a:solidFill>
              <a:latin typeface="Inter"/>
              <a:ea typeface="Inter"/>
              <a:cs typeface="Inter"/>
              <a:sym typeface="Inter"/>
            </a:endParaRPr>
          </a:p>
        </p:txBody>
      </p:sp>
      <p:sp>
        <p:nvSpPr>
          <p:cNvPr id="458" name="Google Shape;458;p61"/>
          <p:cNvSpPr/>
          <p:nvPr/>
        </p:nvSpPr>
        <p:spPr>
          <a:xfrm>
            <a:off x="3231663" y="1344556"/>
            <a:ext cx="2698800" cy="2982600"/>
          </a:xfrm>
          <a:prstGeom prst="roundRect">
            <a:avLst>
              <a:gd fmla="val 9325"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9" name="Google Shape;459;p61"/>
          <p:cNvSpPr/>
          <p:nvPr/>
        </p:nvSpPr>
        <p:spPr>
          <a:xfrm>
            <a:off x="6105863" y="1344556"/>
            <a:ext cx="2698800" cy="2982600"/>
          </a:xfrm>
          <a:prstGeom prst="roundRect">
            <a:avLst>
              <a:gd fmla="val 9325"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2"/>
          <p:cNvSpPr/>
          <p:nvPr/>
        </p:nvSpPr>
        <p:spPr>
          <a:xfrm>
            <a:off x="5438160" y="280303"/>
            <a:ext cx="2549223" cy="4582872"/>
          </a:xfrm>
          <a:custGeom>
            <a:rect b="b" l="l" r="r" t="t"/>
            <a:pathLst>
              <a:path extrusionOk="0" h="9165744" w="5098445">
                <a:moveTo>
                  <a:pt x="0" y="0"/>
                </a:moveTo>
                <a:lnTo>
                  <a:pt x="5098445" y="0"/>
                </a:lnTo>
                <a:lnTo>
                  <a:pt x="5098445" y="9165744"/>
                </a:lnTo>
                <a:lnTo>
                  <a:pt x="0" y="9165744"/>
                </a:lnTo>
                <a:lnTo>
                  <a:pt x="0" y="0"/>
                </a:lnTo>
                <a:close/>
              </a:path>
            </a:pathLst>
          </a:custGeom>
          <a:blipFill rotWithShape="1">
            <a:blip r:embed="rId3">
              <a:alphaModFix/>
            </a:blip>
            <a:stretch>
              <a:fillRect b="0" l="0" r="0" t="0"/>
            </a:stretch>
          </a:blipFill>
          <a:ln>
            <a:noFill/>
          </a:ln>
        </p:spPr>
      </p:sp>
      <p:sp>
        <p:nvSpPr>
          <p:cNvPr id="465" name="Google Shape;465;p62"/>
          <p:cNvSpPr txBox="1"/>
          <p:nvPr/>
        </p:nvSpPr>
        <p:spPr>
          <a:xfrm>
            <a:off x="882525" y="1423728"/>
            <a:ext cx="4296900" cy="14223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b="1" lang="en-GB" sz="4200">
                <a:solidFill>
                  <a:srgbClr val="0857C3"/>
                </a:solidFill>
                <a:latin typeface="Inter"/>
                <a:ea typeface="Inter"/>
                <a:cs typeface="Inter"/>
                <a:sym typeface="Inter"/>
              </a:rPr>
              <a:t>Got questions? </a:t>
            </a:r>
            <a:endParaRPr sz="700"/>
          </a:p>
          <a:p>
            <a:pPr indent="0" lvl="0" marL="0" marR="0" rtl="0" algn="l">
              <a:lnSpc>
                <a:spcPct val="120004"/>
              </a:lnSpc>
              <a:spcBef>
                <a:spcPts val="0"/>
              </a:spcBef>
              <a:spcAft>
                <a:spcPts val="0"/>
              </a:spcAft>
              <a:buNone/>
            </a:pPr>
            <a:r>
              <a:rPr b="1" lang="en-GB" sz="4200">
                <a:solidFill>
                  <a:srgbClr val="0857C3"/>
                </a:solidFill>
                <a:latin typeface="Inter"/>
                <a:ea typeface="Inter"/>
                <a:cs typeface="Inter"/>
                <a:sym typeface="Inter"/>
              </a:rPr>
              <a:t>Reach out.</a:t>
            </a:r>
            <a:endParaRPr sz="700"/>
          </a:p>
        </p:txBody>
      </p:sp>
      <p:sp>
        <p:nvSpPr>
          <p:cNvPr id="466" name="Google Shape;466;p62"/>
          <p:cNvSpPr txBox="1"/>
          <p:nvPr/>
        </p:nvSpPr>
        <p:spPr>
          <a:xfrm>
            <a:off x="882525" y="3280318"/>
            <a:ext cx="3250200" cy="215400"/>
          </a:xfrm>
          <a:prstGeom prst="rect">
            <a:avLst/>
          </a:prstGeom>
          <a:noFill/>
          <a:ln>
            <a:noFill/>
          </a:ln>
        </p:spPr>
        <p:txBody>
          <a:bodyPr anchorCtr="0" anchor="t" bIns="0" lIns="0" spcFirstLastPara="1" rIns="0" wrap="square" tIns="0">
            <a:spAutoFit/>
          </a:bodyPr>
          <a:lstStyle/>
          <a:p>
            <a:pPr indent="0" lvl="0" marL="0" marR="0" rtl="0" algn="l">
              <a:lnSpc>
                <a:spcPct val="150017"/>
              </a:lnSpc>
              <a:spcBef>
                <a:spcPts val="0"/>
              </a:spcBef>
              <a:spcAft>
                <a:spcPts val="0"/>
              </a:spcAft>
              <a:buNone/>
            </a:pPr>
            <a:r>
              <a:rPr b="1" lang="en-GB" sz="1400">
                <a:solidFill>
                  <a:srgbClr val="0857C3"/>
                </a:solidFill>
                <a:latin typeface="Inter"/>
                <a:ea typeface="Inter"/>
                <a:cs typeface="Inter"/>
                <a:sym typeface="Inter"/>
              </a:rPr>
              <a:t>Email</a:t>
            </a:r>
            <a:endParaRPr sz="700"/>
          </a:p>
        </p:txBody>
      </p:sp>
      <p:sp>
        <p:nvSpPr>
          <p:cNvPr id="467" name="Google Shape;467;p62"/>
          <p:cNvSpPr txBox="1"/>
          <p:nvPr/>
        </p:nvSpPr>
        <p:spPr>
          <a:xfrm>
            <a:off x="882525" y="3889754"/>
            <a:ext cx="3250200" cy="215400"/>
          </a:xfrm>
          <a:prstGeom prst="rect">
            <a:avLst/>
          </a:prstGeom>
          <a:noFill/>
          <a:ln>
            <a:noFill/>
          </a:ln>
        </p:spPr>
        <p:txBody>
          <a:bodyPr anchorCtr="0" anchor="t" bIns="0" lIns="0" spcFirstLastPara="1" rIns="0" wrap="square" tIns="0">
            <a:spAutoFit/>
          </a:bodyPr>
          <a:lstStyle/>
          <a:p>
            <a:pPr indent="0" lvl="0" marL="0" marR="0" rtl="0" algn="l">
              <a:lnSpc>
                <a:spcPct val="150017"/>
              </a:lnSpc>
              <a:spcBef>
                <a:spcPts val="0"/>
              </a:spcBef>
              <a:spcAft>
                <a:spcPts val="0"/>
              </a:spcAft>
              <a:buNone/>
            </a:pPr>
            <a:r>
              <a:rPr b="1" lang="en-GB" sz="1400">
                <a:solidFill>
                  <a:srgbClr val="0857C3"/>
                </a:solidFill>
                <a:latin typeface="Inter"/>
                <a:ea typeface="Inter"/>
                <a:cs typeface="Inter"/>
                <a:sym typeface="Inter"/>
              </a:rPr>
              <a:t>Contact BRI</a:t>
            </a:r>
            <a:endParaRPr sz="700"/>
          </a:p>
        </p:txBody>
      </p:sp>
      <p:sp>
        <p:nvSpPr>
          <p:cNvPr id="468" name="Google Shape;468;p62"/>
          <p:cNvSpPr txBox="1"/>
          <p:nvPr/>
        </p:nvSpPr>
        <p:spPr>
          <a:xfrm>
            <a:off x="882525" y="3503204"/>
            <a:ext cx="3250200" cy="215400"/>
          </a:xfrm>
          <a:prstGeom prst="rect">
            <a:avLst/>
          </a:prstGeom>
          <a:noFill/>
          <a:ln>
            <a:noFill/>
          </a:ln>
        </p:spPr>
        <p:txBody>
          <a:bodyPr anchorCtr="0" anchor="t" bIns="0" lIns="0" spcFirstLastPara="1" rIns="0" wrap="square" tIns="0">
            <a:spAutoFit/>
          </a:bodyPr>
          <a:lstStyle/>
          <a:p>
            <a:pPr indent="0" lvl="0" marL="0" marR="0" rtl="0" algn="l">
              <a:lnSpc>
                <a:spcPct val="150017"/>
              </a:lnSpc>
              <a:spcBef>
                <a:spcPts val="0"/>
              </a:spcBef>
              <a:spcAft>
                <a:spcPts val="0"/>
              </a:spcAft>
              <a:buNone/>
            </a:pPr>
            <a:r>
              <a:rPr lang="en-GB" sz="1400">
                <a:solidFill>
                  <a:srgbClr val="0857C3"/>
                </a:solidFill>
                <a:latin typeface="Inter"/>
                <a:ea typeface="Inter"/>
                <a:cs typeface="Inter"/>
                <a:sym typeface="Inter"/>
              </a:rPr>
              <a:t>hello@bbri.id</a:t>
            </a:r>
            <a:endParaRPr sz="700"/>
          </a:p>
        </p:txBody>
      </p:sp>
      <p:sp>
        <p:nvSpPr>
          <p:cNvPr id="469" name="Google Shape;469;p62"/>
          <p:cNvSpPr txBox="1"/>
          <p:nvPr/>
        </p:nvSpPr>
        <p:spPr>
          <a:xfrm>
            <a:off x="882525" y="4112639"/>
            <a:ext cx="3250200" cy="215400"/>
          </a:xfrm>
          <a:prstGeom prst="rect">
            <a:avLst/>
          </a:prstGeom>
          <a:noFill/>
          <a:ln>
            <a:noFill/>
          </a:ln>
        </p:spPr>
        <p:txBody>
          <a:bodyPr anchorCtr="0" anchor="t" bIns="0" lIns="0" spcFirstLastPara="1" rIns="0" wrap="square" tIns="0">
            <a:spAutoFit/>
          </a:bodyPr>
          <a:lstStyle/>
          <a:p>
            <a:pPr indent="0" lvl="0" marL="0" marR="0" rtl="0" algn="l">
              <a:lnSpc>
                <a:spcPct val="150017"/>
              </a:lnSpc>
              <a:spcBef>
                <a:spcPts val="0"/>
              </a:spcBef>
              <a:spcAft>
                <a:spcPts val="0"/>
              </a:spcAft>
              <a:buNone/>
            </a:pPr>
            <a:r>
              <a:rPr lang="en-GB" sz="1400">
                <a:solidFill>
                  <a:srgbClr val="0857C3"/>
                </a:solidFill>
                <a:latin typeface="Inter"/>
                <a:ea typeface="Inter"/>
                <a:cs typeface="Inter"/>
                <a:sym typeface="Inter"/>
              </a:rPr>
              <a:t>123-456-7890</a:t>
            </a:r>
            <a:endParaRPr sz="700"/>
          </a:p>
        </p:txBody>
      </p:sp>
      <p:sp>
        <p:nvSpPr>
          <p:cNvPr id="470" name="Google Shape;470;p62"/>
          <p:cNvSpPr txBox="1"/>
          <p:nvPr/>
        </p:nvSpPr>
        <p:spPr>
          <a:xfrm>
            <a:off x="8580950" y="4663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3"/>
          <p:cNvSpPr/>
          <p:nvPr>
            <p:ph idx="2" type="pic"/>
          </p:nvPr>
        </p:nvSpPr>
        <p:spPr>
          <a:xfrm rot="-5400000">
            <a:off x="123725" y="354500"/>
            <a:ext cx="4656000" cy="4438800"/>
          </a:xfrm>
          <a:prstGeom prst="round2SameRect">
            <a:avLst>
              <a:gd fmla="val 16667" name="adj1"/>
              <a:gd fmla="val 0" name="adj2"/>
            </a:avLst>
          </a:prstGeom>
        </p:spPr>
      </p:sp>
      <p:sp>
        <p:nvSpPr>
          <p:cNvPr id="476" name="Google Shape;476;p63"/>
          <p:cNvSpPr txBox="1"/>
          <p:nvPr>
            <p:ph type="ctrTitle"/>
          </p:nvPr>
        </p:nvSpPr>
        <p:spPr>
          <a:xfrm>
            <a:off x="4891424" y="1312125"/>
            <a:ext cx="3776400" cy="1790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477" name="Google Shape;477;p63"/>
          <p:cNvSpPr txBox="1"/>
          <p:nvPr>
            <p:ph idx="1" type="subTitle"/>
          </p:nvPr>
        </p:nvSpPr>
        <p:spPr>
          <a:xfrm>
            <a:off x="4891424" y="3402775"/>
            <a:ext cx="3776400" cy="1010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
        <p:nvSpPr>
          <p:cNvPr id="478" name="Google Shape;478;p63"/>
          <p:cNvSpPr txBox="1"/>
          <p:nvPr>
            <p:ph idx="1" type="subTitle"/>
          </p:nvPr>
        </p:nvSpPr>
        <p:spPr>
          <a:xfrm>
            <a:off x="588825" y="3402775"/>
            <a:ext cx="3932400" cy="1287600"/>
          </a:xfrm>
          <a:prstGeom prst="rect">
            <a:avLst/>
          </a:prstGeom>
          <a:ln>
            <a:noFill/>
          </a:ln>
        </p:spPr>
        <p:txBody>
          <a:bodyPr anchorCtr="0" anchor="t" bIns="34275" lIns="68575" spcFirstLastPara="1" rIns="68575" wrap="square" tIns="34275">
            <a:normAutofit/>
          </a:bodyPr>
          <a:lstStyle/>
          <a:p>
            <a:pPr indent="0" lvl="0" marL="0" rtl="0" algn="l">
              <a:lnSpc>
                <a:spcPct val="70000"/>
              </a:lnSpc>
              <a:spcBef>
                <a:spcPts val="800"/>
              </a:spcBef>
              <a:spcAft>
                <a:spcPts val="0"/>
              </a:spcAft>
              <a:buNone/>
            </a:pPr>
            <a:r>
              <a:rPr lang="en-GB" sz="1300">
                <a:solidFill>
                  <a:schemeClr val="dk1"/>
                </a:solidFill>
                <a:latin typeface="Inter"/>
                <a:ea typeface="Inter"/>
                <a:cs typeface="Inter"/>
                <a:sym typeface="Inter"/>
              </a:rPr>
              <a:t>Setelah masukan gambar:</a:t>
            </a:r>
            <a:endParaRPr sz="1300">
              <a:solidFill>
                <a:schemeClr val="dk1"/>
              </a:solidFill>
              <a:latin typeface="Inter"/>
              <a:ea typeface="Inter"/>
              <a:cs typeface="Inter"/>
              <a:sym typeface="Inter"/>
            </a:endParaRPr>
          </a:p>
          <a:p>
            <a:pPr indent="-311150" lvl="0" marL="457200" rtl="0" algn="l">
              <a:lnSpc>
                <a:spcPct val="115000"/>
              </a:lnSpc>
              <a:spcBef>
                <a:spcPts val="800"/>
              </a:spcBef>
              <a:spcAft>
                <a:spcPts val="0"/>
              </a:spcAft>
              <a:buClr>
                <a:schemeClr val="dk1"/>
              </a:buClr>
              <a:buSzPts val="1300"/>
              <a:buFont typeface="Inter"/>
              <a:buChar char="●"/>
            </a:pPr>
            <a:r>
              <a:rPr lang="en-GB" sz="1300">
                <a:solidFill>
                  <a:schemeClr val="dk1"/>
                </a:solidFill>
                <a:latin typeface="Inter"/>
                <a:ea typeface="Inter"/>
                <a:cs typeface="Inter"/>
                <a:sym typeface="Inter"/>
              </a:rPr>
              <a:t>Klik Gambar 2x untuk masuk Crop Mode</a:t>
            </a:r>
            <a:endParaRPr sz="1300">
              <a:solidFill>
                <a:schemeClr val="dk1"/>
              </a:solidFill>
              <a:latin typeface="Inter"/>
              <a:ea typeface="Inter"/>
              <a:cs typeface="Inter"/>
              <a:sym typeface="Inter"/>
            </a:endParaRPr>
          </a:p>
          <a:p>
            <a:pPr indent="-311150" lvl="0" marL="457200" rtl="0" algn="l">
              <a:lnSpc>
                <a:spcPct val="115000"/>
              </a:lnSpc>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Rotate gambar ke kanan</a:t>
            </a:r>
            <a:endParaRPr sz="1300">
              <a:solidFill>
                <a:schemeClr val="dk1"/>
              </a:solidFill>
              <a:latin typeface="Inter"/>
              <a:ea typeface="Inter"/>
              <a:cs typeface="Inter"/>
              <a:sym typeface="Inter"/>
            </a:endParaRPr>
          </a:p>
          <a:p>
            <a:pPr indent="-311150" lvl="0" marL="457200" rtl="0" algn="l">
              <a:lnSpc>
                <a:spcPct val="115000"/>
              </a:lnSpc>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Hapus text ini</a:t>
            </a:r>
            <a:endParaRPr sz="1300">
              <a:solidFill>
                <a:schemeClr val="dk1"/>
              </a:solidFill>
              <a:latin typeface="Inter"/>
              <a:ea typeface="Inter"/>
              <a:cs typeface="Inter"/>
              <a:sym typeface="Inter"/>
            </a:endParaRPr>
          </a:p>
        </p:txBody>
      </p:sp>
      <p:sp>
        <p:nvSpPr>
          <p:cNvPr id="479" name="Google Shape;479;p63"/>
          <p:cNvSpPr txBox="1"/>
          <p:nvPr/>
        </p:nvSpPr>
        <p:spPr>
          <a:xfrm>
            <a:off x="8580950" y="4663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lt1"/>
                </a:solidFill>
                <a:latin typeface="Inter"/>
                <a:ea typeface="Inter"/>
                <a:cs typeface="Inter"/>
                <a:sym typeface="Inter"/>
              </a:rPr>
              <a:t>‹#›</a:t>
            </a:fld>
            <a:endParaRPr b="1" sz="600">
              <a:solidFill>
                <a:schemeClr val="lt1"/>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4"/>
          <p:cNvSpPr txBox="1"/>
          <p:nvPr>
            <p:ph idx="4294967295" type="subTitle"/>
          </p:nvPr>
        </p:nvSpPr>
        <p:spPr>
          <a:xfrm>
            <a:off x="335219" y="892630"/>
            <a:ext cx="4442100" cy="446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n-GB">
                <a:solidFill>
                  <a:srgbClr val="0C57C2"/>
                </a:solidFill>
                <a:latin typeface="Inter"/>
                <a:ea typeface="Inter"/>
                <a:cs typeface="Inter"/>
                <a:sym typeface="Inter"/>
              </a:rPr>
              <a:t>Title page</a:t>
            </a:r>
            <a:endParaRPr b="1" sz="1800">
              <a:solidFill>
                <a:srgbClr val="0C57C2"/>
              </a:solidFill>
              <a:latin typeface="Inter"/>
              <a:ea typeface="Inter"/>
              <a:cs typeface="Inter"/>
              <a:sym typeface="Inter"/>
            </a:endParaRPr>
          </a:p>
        </p:txBody>
      </p:sp>
      <p:sp>
        <p:nvSpPr>
          <p:cNvPr id="485" name="Google Shape;485;p64"/>
          <p:cNvSpPr/>
          <p:nvPr/>
        </p:nvSpPr>
        <p:spPr>
          <a:xfrm>
            <a:off x="320875" y="1434850"/>
            <a:ext cx="4521900" cy="3339600"/>
          </a:xfrm>
          <a:prstGeom prst="roundRect">
            <a:avLst>
              <a:gd fmla="val 9434" name="adj"/>
            </a:avLst>
          </a:prstGeom>
          <a:solidFill>
            <a:schemeClr val="lt1"/>
          </a:solidFill>
          <a:ln>
            <a:noFill/>
          </a:ln>
        </p:spPr>
        <p:txBody>
          <a:bodyPr anchorCtr="0" anchor="ctr" bIns="94650" lIns="94650" spcFirstLastPara="1" rIns="94650" wrap="square" tIns="94650">
            <a:noAutofit/>
          </a:bodyPr>
          <a:lstStyle/>
          <a:p>
            <a:pPr indent="0" lvl="0" marL="0" rtl="0" algn="ctr">
              <a:spcBef>
                <a:spcPts val="0"/>
              </a:spcBef>
              <a:spcAft>
                <a:spcPts val="0"/>
              </a:spcAft>
              <a:buNone/>
            </a:pPr>
            <a:r>
              <a:t/>
            </a:r>
            <a:endParaRPr sz="1449"/>
          </a:p>
        </p:txBody>
      </p:sp>
      <p:sp>
        <p:nvSpPr>
          <p:cNvPr id="486" name="Google Shape;486;p64"/>
          <p:cNvSpPr/>
          <p:nvPr/>
        </p:nvSpPr>
        <p:spPr>
          <a:xfrm>
            <a:off x="5038400" y="1434850"/>
            <a:ext cx="3820200" cy="3339600"/>
          </a:xfrm>
          <a:prstGeom prst="roundRect">
            <a:avLst>
              <a:gd fmla="val 9434" name="adj"/>
            </a:avLst>
          </a:prstGeom>
          <a:solidFill>
            <a:schemeClr val="lt1"/>
          </a:solidFill>
          <a:ln>
            <a:noFill/>
          </a:ln>
        </p:spPr>
        <p:txBody>
          <a:bodyPr anchorCtr="0" anchor="ctr" bIns="94650" lIns="94650" spcFirstLastPara="1" rIns="94650" wrap="square" tIns="94650">
            <a:noAutofit/>
          </a:bodyPr>
          <a:lstStyle/>
          <a:p>
            <a:pPr indent="0" lvl="0" marL="0" rtl="0" algn="ctr">
              <a:spcBef>
                <a:spcPts val="0"/>
              </a:spcBef>
              <a:spcAft>
                <a:spcPts val="0"/>
              </a:spcAft>
              <a:buNone/>
            </a:pPr>
            <a:r>
              <a:t/>
            </a:r>
            <a:endParaRPr sz="1449"/>
          </a:p>
        </p:txBody>
      </p:sp>
      <p:pic>
        <p:nvPicPr>
          <p:cNvPr id="487" name="Google Shape;487;p64" title="Points scored"/>
          <p:cNvPicPr preferRelativeResize="0"/>
          <p:nvPr/>
        </p:nvPicPr>
        <p:blipFill>
          <a:blip r:embed="rId3">
            <a:alphaModFix/>
          </a:blip>
          <a:stretch>
            <a:fillRect/>
          </a:stretch>
        </p:blipFill>
        <p:spPr>
          <a:xfrm>
            <a:off x="607298" y="2111974"/>
            <a:ext cx="3918510" cy="2422951"/>
          </a:xfrm>
          <a:prstGeom prst="rect">
            <a:avLst/>
          </a:prstGeom>
          <a:noFill/>
          <a:ln>
            <a:noFill/>
          </a:ln>
        </p:spPr>
      </p:pic>
      <p:sp>
        <p:nvSpPr>
          <p:cNvPr id="488" name="Google Shape;488;p64"/>
          <p:cNvSpPr txBox="1"/>
          <p:nvPr>
            <p:ph idx="4294967295" type="subTitle"/>
          </p:nvPr>
        </p:nvSpPr>
        <p:spPr>
          <a:xfrm>
            <a:off x="516860" y="1561183"/>
            <a:ext cx="3918600" cy="462600"/>
          </a:xfrm>
          <a:prstGeom prst="rect">
            <a:avLst/>
          </a:prstGeom>
        </p:spPr>
        <p:txBody>
          <a:bodyPr anchorCtr="0" anchor="t" bIns="94650" lIns="94650" spcFirstLastPara="1" rIns="94650" wrap="square" tIns="94650">
            <a:noAutofit/>
          </a:bodyPr>
          <a:lstStyle/>
          <a:p>
            <a:pPr indent="0" lvl="0" marL="0" rtl="0" algn="l">
              <a:lnSpc>
                <a:spcPct val="95000"/>
              </a:lnSpc>
              <a:spcBef>
                <a:spcPts val="800"/>
              </a:spcBef>
              <a:spcAft>
                <a:spcPts val="1242"/>
              </a:spcAft>
              <a:buNone/>
            </a:pPr>
            <a:r>
              <a:rPr lang="en-GB" sz="2071">
                <a:solidFill>
                  <a:srgbClr val="307FE2"/>
                </a:solidFill>
                <a:latin typeface="Inter"/>
                <a:ea typeface="Inter"/>
                <a:cs typeface="Inter"/>
                <a:sym typeface="Inter"/>
              </a:rPr>
              <a:t>Data 2024-2025</a:t>
            </a:r>
            <a:endParaRPr sz="2071">
              <a:solidFill>
                <a:srgbClr val="307FE2"/>
              </a:solidFill>
              <a:latin typeface="Inter"/>
              <a:ea typeface="Inter"/>
              <a:cs typeface="Inter"/>
              <a:sym typeface="Inter"/>
            </a:endParaRPr>
          </a:p>
        </p:txBody>
      </p:sp>
      <p:pic>
        <p:nvPicPr>
          <p:cNvPr id="489" name="Google Shape;489;p64" title="Points scored"/>
          <p:cNvPicPr preferRelativeResize="0"/>
          <p:nvPr/>
        </p:nvPicPr>
        <p:blipFill>
          <a:blip r:embed="rId4">
            <a:alphaModFix/>
          </a:blip>
          <a:stretch>
            <a:fillRect/>
          </a:stretch>
        </p:blipFill>
        <p:spPr>
          <a:xfrm>
            <a:off x="5219137" y="2272184"/>
            <a:ext cx="3485046" cy="2154907"/>
          </a:xfrm>
          <a:prstGeom prst="rect">
            <a:avLst/>
          </a:prstGeom>
          <a:noFill/>
          <a:ln>
            <a:noFill/>
          </a:ln>
        </p:spPr>
      </p:pic>
      <p:sp>
        <p:nvSpPr>
          <p:cNvPr id="490" name="Google Shape;490;p64"/>
          <p:cNvSpPr txBox="1"/>
          <p:nvPr>
            <p:ph idx="4294967295" type="subTitle"/>
          </p:nvPr>
        </p:nvSpPr>
        <p:spPr>
          <a:xfrm>
            <a:off x="5234384" y="1561189"/>
            <a:ext cx="3402000" cy="462600"/>
          </a:xfrm>
          <a:prstGeom prst="rect">
            <a:avLst/>
          </a:prstGeom>
        </p:spPr>
        <p:txBody>
          <a:bodyPr anchorCtr="0" anchor="t" bIns="94650" lIns="94650" spcFirstLastPara="1" rIns="94650" wrap="square" tIns="94650">
            <a:noAutofit/>
          </a:bodyPr>
          <a:lstStyle/>
          <a:p>
            <a:pPr indent="0" lvl="0" marL="0" rtl="0" algn="l">
              <a:lnSpc>
                <a:spcPct val="95000"/>
              </a:lnSpc>
              <a:spcBef>
                <a:spcPts val="800"/>
              </a:spcBef>
              <a:spcAft>
                <a:spcPts val="1242"/>
              </a:spcAft>
              <a:buNone/>
            </a:pPr>
            <a:r>
              <a:rPr lang="en-GB" sz="2071">
                <a:solidFill>
                  <a:srgbClr val="307FE2"/>
                </a:solidFill>
                <a:latin typeface="Inter"/>
                <a:ea typeface="Inter"/>
                <a:cs typeface="Inter"/>
                <a:sym typeface="Inter"/>
              </a:rPr>
              <a:t>Data Q1-Q3</a:t>
            </a:r>
            <a:endParaRPr sz="2071">
              <a:solidFill>
                <a:srgbClr val="307FE2"/>
              </a:solidFill>
              <a:latin typeface="Inter"/>
              <a:ea typeface="Inter"/>
              <a:cs typeface="Inter"/>
              <a:sym typeface="Inter"/>
            </a:endParaRPr>
          </a:p>
        </p:txBody>
      </p:sp>
      <p:sp>
        <p:nvSpPr>
          <p:cNvPr id="491" name="Google Shape;491;p64"/>
          <p:cNvSpPr txBox="1"/>
          <p:nvPr/>
        </p:nvSpPr>
        <p:spPr>
          <a:xfrm>
            <a:off x="8580950" y="4774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lt1"/>
                </a:solidFill>
                <a:latin typeface="Inter"/>
                <a:ea typeface="Inter"/>
                <a:cs typeface="Inter"/>
                <a:sym typeface="Inter"/>
              </a:rPr>
              <a:t>‹#›</a:t>
            </a:fld>
            <a:endParaRPr b="1" sz="600">
              <a:solidFill>
                <a:schemeClr val="lt1"/>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5"/>
          <p:cNvSpPr txBox="1"/>
          <p:nvPr/>
        </p:nvSpPr>
        <p:spPr>
          <a:xfrm>
            <a:off x="8580950" y="4663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pic>
        <p:nvPicPr>
          <p:cNvPr id="497" name="Google Shape;497;p65" title="Qita page breaker.png"/>
          <p:cNvPicPr preferRelativeResize="0"/>
          <p:nvPr/>
        </p:nvPicPr>
        <p:blipFill>
          <a:blip r:embed="rId3">
            <a:alphaModFix/>
          </a:blip>
          <a:stretch>
            <a:fillRect/>
          </a:stretch>
        </p:blipFill>
        <p:spPr>
          <a:xfrm>
            <a:off x="1013593" y="986894"/>
            <a:ext cx="3172557" cy="4205455"/>
          </a:xfrm>
          <a:prstGeom prst="rect">
            <a:avLst/>
          </a:prstGeom>
          <a:noFill/>
          <a:ln>
            <a:noFill/>
          </a:ln>
        </p:spPr>
      </p:pic>
      <p:sp>
        <p:nvSpPr>
          <p:cNvPr id="498" name="Google Shape;498;p65"/>
          <p:cNvSpPr txBox="1"/>
          <p:nvPr>
            <p:ph idx="4294967295" type="ctrTitle"/>
          </p:nvPr>
        </p:nvSpPr>
        <p:spPr>
          <a:xfrm>
            <a:off x="5132700" y="1472438"/>
            <a:ext cx="3385500" cy="708300"/>
          </a:xfrm>
          <a:prstGeom prst="rect">
            <a:avLst/>
          </a:prstGeom>
        </p:spPr>
        <p:txBody>
          <a:bodyPr anchorCtr="0" anchor="ctr" bIns="34275" lIns="68575" spcFirstLastPara="1" rIns="68575" wrap="square" tIns="34275">
            <a:normAutofit/>
          </a:bodyPr>
          <a:lstStyle/>
          <a:p>
            <a:pPr indent="0" lvl="0" marL="0" rtl="0" algn="l">
              <a:lnSpc>
                <a:spcPct val="115000"/>
              </a:lnSpc>
              <a:spcBef>
                <a:spcPts val="1200"/>
              </a:spcBef>
              <a:spcAft>
                <a:spcPts val="1200"/>
              </a:spcAft>
              <a:buNone/>
            </a:pPr>
            <a:r>
              <a:rPr b="1" lang="en-GB" sz="2300">
                <a:solidFill>
                  <a:srgbClr val="0C57C2"/>
                </a:solidFill>
                <a:latin typeface="Inter"/>
                <a:ea typeface="Inter"/>
                <a:cs typeface="Inter"/>
                <a:sym typeface="Inter"/>
              </a:rPr>
              <a:t>Future Targets</a:t>
            </a:r>
            <a:endParaRPr b="1" sz="2300">
              <a:latin typeface="Inter"/>
              <a:ea typeface="Inter"/>
              <a:cs typeface="Inter"/>
              <a:sym typeface="Inter"/>
            </a:endParaRPr>
          </a:p>
        </p:txBody>
      </p:sp>
      <p:sp>
        <p:nvSpPr>
          <p:cNvPr id="499" name="Google Shape;499;p65"/>
          <p:cNvSpPr txBox="1"/>
          <p:nvPr>
            <p:ph idx="4294967295" type="subTitle"/>
          </p:nvPr>
        </p:nvSpPr>
        <p:spPr>
          <a:xfrm>
            <a:off x="4656050" y="2172088"/>
            <a:ext cx="3709200" cy="916200"/>
          </a:xfrm>
          <a:prstGeom prst="rect">
            <a:avLst/>
          </a:prstGeom>
        </p:spPr>
        <p:txBody>
          <a:bodyPr anchorCtr="0" anchor="t" bIns="34275" lIns="68575" spcFirstLastPara="1" rIns="68575" wrap="square" tIns="34275">
            <a:noAutofit/>
          </a:bodyPr>
          <a:lstStyle/>
          <a:p>
            <a:pPr indent="0" lvl="0" marL="0" rtl="0" algn="l">
              <a:lnSpc>
                <a:spcPct val="95000"/>
              </a:lnSpc>
              <a:spcBef>
                <a:spcPts val="1200"/>
              </a:spcBef>
              <a:spcAft>
                <a:spcPts val="0"/>
              </a:spcAft>
              <a:buNone/>
            </a:pPr>
            <a:r>
              <a:rPr lang="en-GB" sz="1400">
                <a:solidFill>
                  <a:srgbClr val="666666"/>
                </a:solidFill>
                <a:highlight>
                  <a:srgbClr val="FFFFFF"/>
                </a:highlight>
                <a:latin typeface="Inter"/>
                <a:ea typeface="Inter"/>
                <a:cs typeface="Inter"/>
                <a:sym typeface="Inter"/>
              </a:rPr>
              <a:t>Konsolidasi Hari Ini, Memperkuat BRI Masa Depan</a:t>
            </a:r>
            <a:endParaRPr sz="100">
              <a:solidFill>
                <a:srgbClr val="666666"/>
              </a:solidFill>
              <a:latin typeface="Inter"/>
              <a:ea typeface="Inter"/>
              <a:cs typeface="Inter"/>
              <a:sym typeface="Inter"/>
            </a:endParaRPr>
          </a:p>
        </p:txBody>
      </p:sp>
      <p:cxnSp>
        <p:nvCxnSpPr>
          <p:cNvPr id="500" name="Google Shape;500;p65"/>
          <p:cNvCxnSpPr/>
          <p:nvPr/>
        </p:nvCxnSpPr>
        <p:spPr>
          <a:xfrm>
            <a:off x="4802750" y="3478563"/>
            <a:ext cx="3778200" cy="0"/>
          </a:xfrm>
          <a:prstGeom prst="straightConnector1">
            <a:avLst/>
          </a:prstGeom>
          <a:noFill/>
          <a:ln cap="flat" cmpd="sng" w="9525">
            <a:solidFill>
              <a:schemeClr val="dk2"/>
            </a:solidFill>
            <a:prstDash val="solid"/>
            <a:round/>
            <a:headEnd len="med" w="med" type="none"/>
            <a:tailEnd len="med" w="med" type="none"/>
          </a:ln>
        </p:spPr>
      </p:cxnSp>
      <p:sp>
        <p:nvSpPr>
          <p:cNvPr id="501" name="Google Shape;501;p65"/>
          <p:cNvSpPr txBox="1"/>
          <p:nvPr>
            <p:ph idx="4294967295" type="subTitle"/>
          </p:nvPr>
        </p:nvSpPr>
        <p:spPr>
          <a:xfrm>
            <a:off x="4656050" y="3538613"/>
            <a:ext cx="4260300" cy="626700"/>
          </a:xfrm>
          <a:prstGeom prst="rect">
            <a:avLst/>
          </a:prstGeom>
        </p:spPr>
        <p:txBody>
          <a:bodyPr anchorCtr="0" anchor="t" bIns="34275" lIns="68575" spcFirstLastPara="1" rIns="68575" wrap="square" tIns="34275">
            <a:normAutofit/>
          </a:bodyPr>
          <a:lstStyle/>
          <a:p>
            <a:pPr indent="0" lvl="0" marL="0" rtl="0" algn="l">
              <a:lnSpc>
                <a:spcPct val="115000"/>
              </a:lnSpc>
              <a:spcBef>
                <a:spcPts val="800"/>
              </a:spcBef>
              <a:spcAft>
                <a:spcPts val="0"/>
              </a:spcAft>
              <a:buNone/>
            </a:pPr>
            <a:r>
              <a:rPr b="1" lang="en-GB" sz="1300">
                <a:solidFill>
                  <a:srgbClr val="0C57C2"/>
                </a:solidFill>
                <a:latin typeface="Inter"/>
                <a:ea typeface="Inter"/>
                <a:cs typeface="Inter"/>
                <a:sym typeface="Inter"/>
              </a:rPr>
              <a:t>PT. Bank Rakyat Indonesia (Persero) Tbk</a:t>
            </a:r>
            <a:endParaRPr b="1" sz="1300">
              <a:solidFill>
                <a:srgbClr val="0C57C2"/>
              </a:solidFill>
              <a:latin typeface="Inter"/>
              <a:ea typeface="Inter"/>
              <a:cs typeface="Inter"/>
              <a:sym typeface="Inter"/>
            </a:endParaRPr>
          </a:p>
          <a:p>
            <a:pPr indent="0" lvl="0" marL="0" rtl="0" algn="l">
              <a:lnSpc>
                <a:spcPct val="115000"/>
              </a:lnSpc>
              <a:spcBef>
                <a:spcPts val="800"/>
              </a:spcBef>
              <a:spcAft>
                <a:spcPts val="0"/>
              </a:spcAft>
              <a:buNone/>
            </a:pPr>
            <a:r>
              <a:rPr lang="en-GB" sz="1300">
                <a:solidFill>
                  <a:srgbClr val="0C57C2"/>
                </a:solidFill>
                <a:latin typeface="Inter"/>
                <a:ea typeface="Inter"/>
                <a:cs typeface="Inter"/>
                <a:sym typeface="Inter"/>
              </a:rPr>
              <a:t>(Day, DD/MM/YYYY)</a:t>
            </a:r>
            <a:endParaRPr sz="1300">
              <a:solidFill>
                <a:srgbClr val="0C57C2"/>
              </a:solidFill>
              <a:latin typeface="Inter"/>
              <a:ea typeface="Inter"/>
              <a:cs typeface="Inter"/>
              <a:sym typeface="Inter"/>
            </a:endParaRPr>
          </a:p>
        </p:txBody>
      </p:sp>
      <p:sp>
        <p:nvSpPr>
          <p:cNvPr id="502" name="Google Shape;502;p65"/>
          <p:cNvSpPr txBox="1"/>
          <p:nvPr>
            <p:ph idx="4294967295" type="ctrTitle"/>
          </p:nvPr>
        </p:nvSpPr>
        <p:spPr>
          <a:xfrm>
            <a:off x="4657650" y="1472438"/>
            <a:ext cx="591300" cy="708300"/>
          </a:xfrm>
          <a:prstGeom prst="rect">
            <a:avLst/>
          </a:prstGeom>
        </p:spPr>
        <p:txBody>
          <a:bodyPr anchorCtr="0" anchor="ctr" bIns="34275" lIns="68575" spcFirstLastPara="1" rIns="68575" wrap="square" tIns="34275">
            <a:normAutofit/>
          </a:bodyPr>
          <a:lstStyle/>
          <a:p>
            <a:pPr indent="0" lvl="0" marL="0" rtl="0" algn="l">
              <a:lnSpc>
                <a:spcPct val="115000"/>
              </a:lnSpc>
              <a:spcBef>
                <a:spcPts val="1200"/>
              </a:spcBef>
              <a:spcAft>
                <a:spcPts val="1200"/>
              </a:spcAft>
              <a:buNone/>
            </a:pPr>
            <a:r>
              <a:rPr b="1" lang="en-GB" sz="3200">
                <a:solidFill>
                  <a:srgbClr val="0C57C2"/>
                </a:solidFill>
                <a:latin typeface="Inter"/>
                <a:ea typeface="Inter"/>
                <a:cs typeface="Inter"/>
                <a:sym typeface="Inter"/>
              </a:rPr>
              <a:t>3.</a:t>
            </a:r>
            <a:endParaRPr b="1">
              <a:latin typeface="Inter"/>
              <a:ea typeface="Inter"/>
              <a:cs typeface="Inter"/>
              <a:sym typeface="Inter"/>
            </a:endParaRPr>
          </a:p>
        </p:txBody>
      </p:sp>
      <p:sp>
        <p:nvSpPr>
          <p:cNvPr id="503" name="Google Shape;503;p65"/>
          <p:cNvSpPr/>
          <p:nvPr/>
        </p:nvSpPr>
        <p:spPr>
          <a:xfrm>
            <a:off x="671625" y="1624125"/>
            <a:ext cx="1514100" cy="1514100"/>
          </a:xfrm>
          <a:prstGeom prst="roundRect">
            <a:avLst>
              <a:gd fmla="val 16667" name="adj"/>
            </a:avLst>
          </a:prstGeom>
          <a:noFill/>
          <a:ln cap="flat" cmpd="sng" w="38100">
            <a:solidFill>
              <a:srgbClr val="0957C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6"/>
          <p:cNvSpPr/>
          <p:nvPr/>
        </p:nvSpPr>
        <p:spPr>
          <a:xfrm>
            <a:off x="478150" y="1368085"/>
            <a:ext cx="1316400" cy="435000"/>
          </a:xfrm>
          <a:prstGeom prst="roundRect">
            <a:avLst>
              <a:gd fmla="val 16667" name="adj"/>
            </a:avLst>
          </a:prstGeom>
          <a:solidFill>
            <a:srgbClr val="71C4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Point 1</a:t>
            </a:r>
            <a:endParaRPr b="1">
              <a:solidFill>
                <a:schemeClr val="lt1"/>
              </a:solidFill>
              <a:latin typeface="Inter"/>
              <a:ea typeface="Inter"/>
              <a:cs typeface="Inter"/>
              <a:sym typeface="Inter"/>
            </a:endParaRPr>
          </a:p>
        </p:txBody>
      </p:sp>
      <p:sp>
        <p:nvSpPr>
          <p:cNvPr id="509" name="Google Shape;509;p66"/>
          <p:cNvSpPr/>
          <p:nvPr/>
        </p:nvSpPr>
        <p:spPr>
          <a:xfrm>
            <a:off x="478150" y="2937540"/>
            <a:ext cx="1316400" cy="435000"/>
          </a:xfrm>
          <a:prstGeom prst="roundRect">
            <a:avLst>
              <a:gd fmla="val 16667" name="adj"/>
            </a:avLst>
          </a:prstGeom>
          <a:solidFill>
            <a:srgbClr val="71C4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Point 2</a:t>
            </a:r>
            <a:endParaRPr b="1">
              <a:solidFill>
                <a:schemeClr val="lt1"/>
              </a:solidFill>
              <a:latin typeface="Inter"/>
              <a:ea typeface="Inter"/>
              <a:cs typeface="Inter"/>
              <a:sym typeface="Inter"/>
            </a:endParaRPr>
          </a:p>
        </p:txBody>
      </p:sp>
      <p:sp>
        <p:nvSpPr>
          <p:cNvPr id="510" name="Google Shape;510;p66"/>
          <p:cNvSpPr txBox="1"/>
          <p:nvPr>
            <p:ph idx="4294967295" type="subTitle"/>
          </p:nvPr>
        </p:nvSpPr>
        <p:spPr>
          <a:xfrm>
            <a:off x="403234" y="1828222"/>
            <a:ext cx="3360600" cy="9792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800">
                <a:solidFill>
                  <a:srgbClr val="666666"/>
                </a:solidFill>
                <a:latin typeface="Inter Medium"/>
                <a:ea typeface="Inter Medium"/>
                <a:cs typeface="Inter Medium"/>
                <a:sym typeface="Inter Medium"/>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800">
              <a:solidFill>
                <a:srgbClr val="666666"/>
              </a:solidFill>
              <a:latin typeface="Inter Medium"/>
              <a:ea typeface="Inter Medium"/>
              <a:cs typeface="Inter Medium"/>
              <a:sym typeface="Inter Medium"/>
            </a:endParaRPr>
          </a:p>
        </p:txBody>
      </p:sp>
      <p:sp>
        <p:nvSpPr>
          <p:cNvPr id="511" name="Google Shape;511;p66"/>
          <p:cNvSpPr txBox="1"/>
          <p:nvPr>
            <p:ph idx="4294967295" type="subTitle"/>
          </p:nvPr>
        </p:nvSpPr>
        <p:spPr>
          <a:xfrm>
            <a:off x="403234" y="3424231"/>
            <a:ext cx="3360600" cy="979200"/>
          </a:xfrm>
          <a:prstGeom prst="rect">
            <a:avLst/>
          </a:prstGeom>
        </p:spPr>
        <p:txBody>
          <a:bodyPr anchorCtr="0" anchor="ctr" bIns="34275" lIns="68575" spcFirstLastPara="1" rIns="68575" wrap="square" tIns="34275">
            <a:noAutofit/>
          </a:bodyPr>
          <a:lstStyle/>
          <a:p>
            <a:pPr indent="0" lvl="0" marL="0" rtl="0" algn="just">
              <a:lnSpc>
                <a:spcPct val="100000"/>
              </a:lnSpc>
              <a:spcBef>
                <a:spcPts val="800"/>
              </a:spcBef>
              <a:spcAft>
                <a:spcPts val="0"/>
              </a:spcAft>
              <a:buNone/>
            </a:pPr>
            <a:r>
              <a:rPr lang="en-GB" sz="800">
                <a:solidFill>
                  <a:srgbClr val="666666"/>
                </a:solidFill>
                <a:latin typeface="Inter Medium"/>
                <a:ea typeface="Inter Medium"/>
                <a:cs typeface="Inter Medium"/>
                <a:sym typeface="Inter Medium"/>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800">
              <a:solidFill>
                <a:srgbClr val="666666"/>
              </a:solidFill>
              <a:latin typeface="Inter Medium"/>
              <a:ea typeface="Inter Medium"/>
              <a:cs typeface="Inter Medium"/>
              <a:sym typeface="Inter Medium"/>
            </a:endParaRPr>
          </a:p>
        </p:txBody>
      </p:sp>
      <p:sp>
        <p:nvSpPr>
          <p:cNvPr id="512" name="Google Shape;512;p66"/>
          <p:cNvSpPr txBox="1"/>
          <p:nvPr>
            <p:ph idx="4294967295" type="subTitle"/>
          </p:nvPr>
        </p:nvSpPr>
        <p:spPr>
          <a:xfrm>
            <a:off x="358737" y="854075"/>
            <a:ext cx="3360600" cy="446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n-GB">
                <a:solidFill>
                  <a:srgbClr val="0C57C2"/>
                </a:solidFill>
                <a:latin typeface="Inter"/>
                <a:ea typeface="Inter"/>
                <a:cs typeface="Inter"/>
                <a:sym typeface="Inter"/>
              </a:rPr>
              <a:t>Title page</a:t>
            </a:r>
            <a:endParaRPr b="1" sz="1800">
              <a:solidFill>
                <a:srgbClr val="0C57C2"/>
              </a:solidFill>
              <a:latin typeface="Inter"/>
              <a:ea typeface="Inter"/>
              <a:cs typeface="Inter"/>
              <a:sym typeface="Inter"/>
            </a:endParaRPr>
          </a:p>
        </p:txBody>
      </p:sp>
      <p:sp>
        <p:nvSpPr>
          <p:cNvPr id="513" name="Google Shape;513;p66"/>
          <p:cNvSpPr/>
          <p:nvPr>
            <p:ph idx="2" type="pic"/>
          </p:nvPr>
        </p:nvSpPr>
        <p:spPr>
          <a:xfrm>
            <a:off x="5097300" y="1100425"/>
            <a:ext cx="3470700" cy="3434400"/>
          </a:xfrm>
          <a:prstGeom prst="roundRect">
            <a:avLst>
              <a:gd fmla="val 14214" name="adj"/>
            </a:avLst>
          </a:prstGeom>
          <a:noFill/>
          <a:ln cap="flat" cmpd="sng" w="76200">
            <a:solidFill>
              <a:srgbClr val="307FE2"/>
            </a:solidFill>
            <a:prstDash val="solid"/>
            <a:round/>
            <a:headEnd len="sm" w="sm" type="none"/>
            <a:tailEnd len="sm" w="sm" type="none"/>
          </a:ln>
        </p:spPr>
      </p:sp>
      <p:sp>
        <p:nvSpPr>
          <p:cNvPr id="514" name="Google Shape;514;p66"/>
          <p:cNvSpPr txBox="1"/>
          <p:nvPr>
            <p:ph idx="4294967295" type="subTitle"/>
          </p:nvPr>
        </p:nvSpPr>
        <p:spPr>
          <a:xfrm>
            <a:off x="5493150" y="3424225"/>
            <a:ext cx="2679000" cy="507600"/>
          </a:xfrm>
          <a:prstGeom prst="rect">
            <a:avLst/>
          </a:prstGeom>
        </p:spPr>
        <p:txBody>
          <a:bodyPr anchorCtr="0" anchor="ctr" bIns="34275" lIns="68575" spcFirstLastPara="1" rIns="68575" wrap="square" tIns="34275">
            <a:noAutofit/>
          </a:bodyPr>
          <a:lstStyle/>
          <a:p>
            <a:pPr indent="0" lvl="0" marL="0" rtl="0" algn="ctr">
              <a:lnSpc>
                <a:spcPct val="100000"/>
              </a:lnSpc>
              <a:spcBef>
                <a:spcPts val="800"/>
              </a:spcBef>
              <a:spcAft>
                <a:spcPts val="0"/>
              </a:spcAft>
              <a:buNone/>
            </a:pPr>
            <a:r>
              <a:rPr lang="en-GB" sz="1900">
                <a:solidFill>
                  <a:srgbClr val="71C4E8"/>
                </a:solidFill>
                <a:latin typeface="Inter Medium"/>
                <a:ea typeface="Inter Medium"/>
                <a:cs typeface="Inter Medium"/>
                <a:sym typeface="Inter Medium"/>
              </a:rPr>
              <a:t>You can add image or data chart here!</a:t>
            </a:r>
            <a:endParaRPr sz="1900">
              <a:solidFill>
                <a:srgbClr val="71C4E8"/>
              </a:solidFill>
              <a:latin typeface="Inter Medium"/>
              <a:ea typeface="Inter Medium"/>
              <a:cs typeface="Inter Medium"/>
              <a:sym typeface="Inter Medium"/>
            </a:endParaRPr>
          </a:p>
        </p:txBody>
      </p:sp>
      <p:sp>
        <p:nvSpPr>
          <p:cNvPr id="515" name="Google Shape;515;p66"/>
          <p:cNvSpPr txBox="1"/>
          <p:nvPr/>
        </p:nvSpPr>
        <p:spPr>
          <a:xfrm>
            <a:off x="8580950" y="4663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7"/>
          <p:cNvSpPr/>
          <p:nvPr/>
        </p:nvSpPr>
        <p:spPr>
          <a:xfrm>
            <a:off x="573492" y="1399230"/>
            <a:ext cx="2424000" cy="921600"/>
          </a:xfrm>
          <a:prstGeom prst="roundRect">
            <a:avLst>
              <a:gd fmla="val 16667" name="adj"/>
            </a:avLst>
          </a:prstGeom>
          <a:solidFill>
            <a:srgbClr val="0C57C2"/>
          </a:solidFill>
          <a:ln>
            <a:noFill/>
          </a:ln>
        </p:spPr>
        <p:txBody>
          <a:bodyPr anchorCtr="0" anchor="ctr" bIns="88000" lIns="88000" spcFirstLastPara="1" rIns="88000" wrap="square" tIns="88000">
            <a:noAutofit/>
          </a:bodyPr>
          <a:lstStyle/>
          <a:p>
            <a:pPr indent="0" lvl="0" marL="0" rtl="0" algn="ctr">
              <a:lnSpc>
                <a:spcPct val="115000"/>
              </a:lnSpc>
              <a:spcBef>
                <a:spcPts val="0"/>
              </a:spcBef>
              <a:spcAft>
                <a:spcPts val="0"/>
              </a:spcAft>
              <a:buNone/>
            </a:pPr>
            <a:r>
              <a:rPr b="1" lang="en-GB" sz="1348">
                <a:solidFill>
                  <a:schemeClr val="lt1"/>
                </a:solidFill>
                <a:latin typeface="Inter"/>
                <a:ea typeface="Inter"/>
                <a:cs typeface="Inter"/>
                <a:sym typeface="Inter"/>
              </a:rPr>
              <a:t>Point 1</a:t>
            </a:r>
            <a:endParaRPr b="1" sz="1348">
              <a:solidFill>
                <a:schemeClr val="lt1"/>
              </a:solidFill>
              <a:latin typeface="Inter"/>
              <a:ea typeface="Inter"/>
              <a:cs typeface="Inter"/>
              <a:sym typeface="Inter"/>
            </a:endParaRPr>
          </a:p>
          <a:p>
            <a:pPr indent="0" lvl="0" marL="0" rtl="0" algn="ctr">
              <a:spcBef>
                <a:spcPts val="0"/>
              </a:spcBef>
              <a:spcAft>
                <a:spcPts val="1155"/>
              </a:spcAft>
              <a:buNone/>
            </a:pPr>
            <a:r>
              <a:rPr b="1" lang="en-GB" sz="770">
                <a:solidFill>
                  <a:schemeClr val="lt1"/>
                </a:solidFill>
                <a:latin typeface="Open Sans"/>
                <a:ea typeface="Open Sans"/>
                <a:cs typeface="Open Sans"/>
                <a:sym typeface="Open Sans"/>
              </a:rPr>
              <a:t>Lorem ipsum dolor sit amet, consectetur adipiscing elit, sed do eiusmod tempor incididunt ut labore et dolore magna aliqua.</a:t>
            </a:r>
            <a:endParaRPr b="1" sz="1348">
              <a:solidFill>
                <a:schemeClr val="lt1"/>
              </a:solidFill>
              <a:latin typeface="Inter"/>
              <a:ea typeface="Inter"/>
              <a:cs typeface="Inter"/>
              <a:sym typeface="Inter"/>
            </a:endParaRPr>
          </a:p>
        </p:txBody>
      </p:sp>
      <p:sp>
        <p:nvSpPr>
          <p:cNvPr id="521" name="Google Shape;521;p67"/>
          <p:cNvSpPr txBox="1"/>
          <p:nvPr>
            <p:ph idx="4294967295" type="subTitle"/>
          </p:nvPr>
        </p:nvSpPr>
        <p:spPr>
          <a:xfrm>
            <a:off x="469050" y="921100"/>
            <a:ext cx="4275900" cy="429900"/>
          </a:xfrm>
          <a:prstGeom prst="rect">
            <a:avLst/>
          </a:prstGeom>
        </p:spPr>
        <p:txBody>
          <a:bodyPr anchorCtr="0" anchor="t" bIns="88000" lIns="88000" spcFirstLastPara="1" rIns="88000" wrap="square" tIns="88000">
            <a:normAutofit lnSpcReduction="10000"/>
          </a:bodyPr>
          <a:lstStyle/>
          <a:p>
            <a:pPr indent="0" lvl="0" marL="0" rtl="0" algn="l">
              <a:spcBef>
                <a:spcPts val="770"/>
              </a:spcBef>
              <a:spcAft>
                <a:spcPts val="0"/>
              </a:spcAft>
              <a:buNone/>
            </a:pPr>
            <a:r>
              <a:rPr b="1" lang="en-GB" sz="2021">
                <a:solidFill>
                  <a:srgbClr val="0C57C2"/>
                </a:solidFill>
                <a:latin typeface="Inter"/>
                <a:ea typeface="Inter"/>
                <a:cs typeface="Inter"/>
                <a:sym typeface="Inter"/>
              </a:rPr>
              <a:t>Title page</a:t>
            </a:r>
            <a:endParaRPr b="1" sz="1733">
              <a:solidFill>
                <a:srgbClr val="0C57C2"/>
              </a:solidFill>
              <a:latin typeface="Inter"/>
              <a:ea typeface="Inter"/>
              <a:cs typeface="Inter"/>
              <a:sym typeface="Inter"/>
            </a:endParaRPr>
          </a:p>
        </p:txBody>
      </p:sp>
      <p:sp>
        <p:nvSpPr>
          <p:cNvPr id="522" name="Google Shape;522;p67"/>
          <p:cNvSpPr/>
          <p:nvPr/>
        </p:nvSpPr>
        <p:spPr>
          <a:xfrm>
            <a:off x="573492" y="2431433"/>
            <a:ext cx="2424000" cy="976800"/>
          </a:xfrm>
          <a:prstGeom prst="roundRect">
            <a:avLst>
              <a:gd fmla="val 16667" name="adj"/>
            </a:avLst>
          </a:prstGeom>
          <a:solidFill>
            <a:srgbClr val="0C57C2"/>
          </a:solidFill>
          <a:ln>
            <a:noFill/>
          </a:ln>
        </p:spPr>
        <p:txBody>
          <a:bodyPr anchorCtr="0" anchor="ctr" bIns="88000" lIns="88000" spcFirstLastPara="1" rIns="88000" wrap="square" tIns="88000">
            <a:noAutofit/>
          </a:bodyPr>
          <a:lstStyle/>
          <a:p>
            <a:pPr indent="0" lvl="0" marL="0" rtl="0" algn="ctr">
              <a:lnSpc>
                <a:spcPct val="115000"/>
              </a:lnSpc>
              <a:spcBef>
                <a:spcPts val="0"/>
              </a:spcBef>
              <a:spcAft>
                <a:spcPts val="0"/>
              </a:spcAft>
              <a:buNone/>
            </a:pPr>
            <a:r>
              <a:rPr b="1" lang="en-GB" sz="1348">
                <a:solidFill>
                  <a:schemeClr val="lt1"/>
                </a:solidFill>
                <a:latin typeface="Inter"/>
                <a:ea typeface="Inter"/>
                <a:cs typeface="Inter"/>
                <a:sym typeface="Inter"/>
              </a:rPr>
              <a:t>Point 2</a:t>
            </a:r>
            <a:endParaRPr b="1" sz="1348">
              <a:solidFill>
                <a:schemeClr val="lt1"/>
              </a:solidFill>
              <a:latin typeface="Inter"/>
              <a:ea typeface="Inter"/>
              <a:cs typeface="Inter"/>
              <a:sym typeface="Inter"/>
            </a:endParaRPr>
          </a:p>
          <a:p>
            <a:pPr indent="0" lvl="0" marL="0" rtl="0" algn="ctr">
              <a:spcBef>
                <a:spcPts val="0"/>
              </a:spcBef>
              <a:spcAft>
                <a:spcPts val="1155"/>
              </a:spcAft>
              <a:buNone/>
            </a:pPr>
            <a:r>
              <a:rPr b="1" lang="en-GB" sz="770">
                <a:solidFill>
                  <a:schemeClr val="lt1"/>
                </a:solidFill>
                <a:latin typeface="Open Sans"/>
                <a:ea typeface="Open Sans"/>
                <a:cs typeface="Open Sans"/>
                <a:sym typeface="Open Sans"/>
              </a:rPr>
              <a:t>Lorem ipsum dolor sit amet, consectetur adipiscing elit, sed do eiusmod tempor incididunt ut labore et dolore magna aliqua.</a:t>
            </a:r>
            <a:endParaRPr b="1" sz="1348">
              <a:solidFill>
                <a:schemeClr val="lt1"/>
              </a:solidFill>
              <a:latin typeface="Inter"/>
              <a:ea typeface="Inter"/>
              <a:cs typeface="Inter"/>
              <a:sym typeface="Inter"/>
            </a:endParaRPr>
          </a:p>
        </p:txBody>
      </p:sp>
      <p:sp>
        <p:nvSpPr>
          <p:cNvPr id="523" name="Google Shape;523;p67"/>
          <p:cNvSpPr/>
          <p:nvPr/>
        </p:nvSpPr>
        <p:spPr>
          <a:xfrm>
            <a:off x="573492" y="3528874"/>
            <a:ext cx="2424000" cy="848100"/>
          </a:xfrm>
          <a:prstGeom prst="roundRect">
            <a:avLst>
              <a:gd fmla="val 16667" name="adj"/>
            </a:avLst>
          </a:prstGeom>
          <a:solidFill>
            <a:srgbClr val="0C57C2"/>
          </a:solidFill>
          <a:ln>
            <a:noFill/>
          </a:ln>
        </p:spPr>
        <p:txBody>
          <a:bodyPr anchorCtr="0" anchor="ctr" bIns="88000" lIns="88000" spcFirstLastPara="1" rIns="88000" wrap="square" tIns="88000">
            <a:noAutofit/>
          </a:bodyPr>
          <a:lstStyle/>
          <a:p>
            <a:pPr indent="0" lvl="0" marL="0" rtl="0" algn="ctr">
              <a:lnSpc>
                <a:spcPct val="115000"/>
              </a:lnSpc>
              <a:spcBef>
                <a:spcPts val="0"/>
              </a:spcBef>
              <a:spcAft>
                <a:spcPts val="0"/>
              </a:spcAft>
              <a:buNone/>
            </a:pPr>
            <a:r>
              <a:rPr b="1" lang="en-GB" sz="1348">
                <a:solidFill>
                  <a:schemeClr val="lt1"/>
                </a:solidFill>
                <a:latin typeface="Inter"/>
                <a:ea typeface="Inter"/>
                <a:cs typeface="Inter"/>
                <a:sym typeface="Inter"/>
              </a:rPr>
              <a:t>Point 3</a:t>
            </a:r>
            <a:endParaRPr b="1" sz="1348">
              <a:solidFill>
                <a:schemeClr val="lt1"/>
              </a:solidFill>
              <a:latin typeface="Inter"/>
              <a:ea typeface="Inter"/>
              <a:cs typeface="Inter"/>
              <a:sym typeface="Inter"/>
            </a:endParaRPr>
          </a:p>
          <a:p>
            <a:pPr indent="0" lvl="0" marL="0" rtl="0" algn="ctr">
              <a:spcBef>
                <a:spcPts val="0"/>
              </a:spcBef>
              <a:spcAft>
                <a:spcPts val="1155"/>
              </a:spcAft>
              <a:buNone/>
            </a:pPr>
            <a:r>
              <a:rPr b="1" lang="en-GB" sz="770">
                <a:solidFill>
                  <a:schemeClr val="lt1"/>
                </a:solidFill>
                <a:latin typeface="Open Sans"/>
                <a:ea typeface="Open Sans"/>
                <a:cs typeface="Open Sans"/>
                <a:sym typeface="Open Sans"/>
              </a:rPr>
              <a:t>Lorem ipsum dolor sit amet, consectetur adipiscing elit, sed do eiusmod tempor incididunt ut labore et dolore magna aliqua.</a:t>
            </a:r>
            <a:endParaRPr b="1" sz="1348">
              <a:solidFill>
                <a:schemeClr val="lt1"/>
              </a:solidFill>
              <a:latin typeface="Inter"/>
              <a:ea typeface="Inter"/>
              <a:cs typeface="Inter"/>
              <a:sym typeface="Inter"/>
            </a:endParaRPr>
          </a:p>
        </p:txBody>
      </p:sp>
      <p:sp>
        <p:nvSpPr>
          <p:cNvPr id="524" name="Google Shape;524;p67"/>
          <p:cNvSpPr/>
          <p:nvPr/>
        </p:nvSpPr>
        <p:spPr>
          <a:xfrm>
            <a:off x="3359346" y="1399230"/>
            <a:ext cx="2424000" cy="921600"/>
          </a:xfrm>
          <a:prstGeom prst="roundRect">
            <a:avLst>
              <a:gd fmla="val 16667" name="adj"/>
            </a:avLst>
          </a:prstGeom>
          <a:solidFill>
            <a:srgbClr val="307FE2"/>
          </a:solidFill>
          <a:ln>
            <a:noFill/>
          </a:ln>
        </p:spPr>
        <p:txBody>
          <a:bodyPr anchorCtr="0" anchor="ctr" bIns="88000" lIns="88000" spcFirstLastPara="1" rIns="88000" wrap="square" tIns="88000">
            <a:noAutofit/>
          </a:bodyPr>
          <a:lstStyle/>
          <a:p>
            <a:pPr indent="0" lvl="0" marL="0" rtl="0" algn="ctr">
              <a:lnSpc>
                <a:spcPct val="115000"/>
              </a:lnSpc>
              <a:spcBef>
                <a:spcPts val="0"/>
              </a:spcBef>
              <a:spcAft>
                <a:spcPts val="0"/>
              </a:spcAft>
              <a:buNone/>
            </a:pPr>
            <a:r>
              <a:rPr b="1" lang="en-GB" sz="1348">
                <a:solidFill>
                  <a:schemeClr val="lt1"/>
                </a:solidFill>
                <a:latin typeface="Inter"/>
                <a:ea typeface="Inter"/>
                <a:cs typeface="Inter"/>
                <a:sym typeface="Inter"/>
              </a:rPr>
              <a:t>Point A</a:t>
            </a:r>
            <a:endParaRPr b="1" sz="1348">
              <a:solidFill>
                <a:schemeClr val="lt1"/>
              </a:solidFill>
              <a:latin typeface="Inter"/>
              <a:ea typeface="Inter"/>
              <a:cs typeface="Inter"/>
              <a:sym typeface="Inter"/>
            </a:endParaRPr>
          </a:p>
          <a:p>
            <a:pPr indent="0" lvl="0" marL="0" rtl="0" algn="ctr">
              <a:spcBef>
                <a:spcPts val="0"/>
              </a:spcBef>
              <a:spcAft>
                <a:spcPts val="1155"/>
              </a:spcAft>
              <a:buNone/>
            </a:pPr>
            <a:r>
              <a:rPr b="1" lang="en-GB" sz="770">
                <a:solidFill>
                  <a:schemeClr val="lt1"/>
                </a:solidFill>
                <a:latin typeface="Open Sans"/>
                <a:ea typeface="Open Sans"/>
                <a:cs typeface="Open Sans"/>
                <a:sym typeface="Open Sans"/>
              </a:rPr>
              <a:t>Lorem ipsum dolor sit amet, consectetur adipiscing elit, sed do eiusmod tempor incididunt ut labore et dolore magna aliqua.</a:t>
            </a:r>
            <a:endParaRPr b="1" sz="1348">
              <a:solidFill>
                <a:schemeClr val="lt1"/>
              </a:solidFill>
              <a:latin typeface="Inter"/>
              <a:ea typeface="Inter"/>
              <a:cs typeface="Inter"/>
              <a:sym typeface="Inter"/>
            </a:endParaRPr>
          </a:p>
        </p:txBody>
      </p:sp>
      <p:sp>
        <p:nvSpPr>
          <p:cNvPr id="525" name="Google Shape;525;p67"/>
          <p:cNvSpPr/>
          <p:nvPr/>
        </p:nvSpPr>
        <p:spPr>
          <a:xfrm>
            <a:off x="3359346" y="2431433"/>
            <a:ext cx="2424000" cy="976800"/>
          </a:xfrm>
          <a:prstGeom prst="roundRect">
            <a:avLst>
              <a:gd fmla="val 16667" name="adj"/>
            </a:avLst>
          </a:prstGeom>
          <a:solidFill>
            <a:srgbClr val="307FE2"/>
          </a:solidFill>
          <a:ln>
            <a:noFill/>
          </a:ln>
        </p:spPr>
        <p:txBody>
          <a:bodyPr anchorCtr="0" anchor="ctr" bIns="88000" lIns="88000" spcFirstLastPara="1" rIns="88000" wrap="square" tIns="88000">
            <a:noAutofit/>
          </a:bodyPr>
          <a:lstStyle/>
          <a:p>
            <a:pPr indent="0" lvl="0" marL="0" rtl="0" algn="ctr">
              <a:lnSpc>
                <a:spcPct val="115000"/>
              </a:lnSpc>
              <a:spcBef>
                <a:spcPts val="0"/>
              </a:spcBef>
              <a:spcAft>
                <a:spcPts val="0"/>
              </a:spcAft>
              <a:buNone/>
            </a:pPr>
            <a:r>
              <a:rPr b="1" lang="en-GB" sz="1348">
                <a:solidFill>
                  <a:schemeClr val="lt1"/>
                </a:solidFill>
                <a:latin typeface="Inter"/>
                <a:ea typeface="Inter"/>
                <a:cs typeface="Inter"/>
                <a:sym typeface="Inter"/>
              </a:rPr>
              <a:t>Point B</a:t>
            </a:r>
            <a:endParaRPr b="1" sz="1348">
              <a:solidFill>
                <a:schemeClr val="lt1"/>
              </a:solidFill>
              <a:latin typeface="Inter"/>
              <a:ea typeface="Inter"/>
              <a:cs typeface="Inter"/>
              <a:sym typeface="Inter"/>
            </a:endParaRPr>
          </a:p>
          <a:p>
            <a:pPr indent="0" lvl="0" marL="0" rtl="0" algn="ctr">
              <a:spcBef>
                <a:spcPts val="0"/>
              </a:spcBef>
              <a:spcAft>
                <a:spcPts val="1155"/>
              </a:spcAft>
              <a:buNone/>
            </a:pPr>
            <a:r>
              <a:rPr b="1" lang="en-GB" sz="770">
                <a:solidFill>
                  <a:schemeClr val="lt1"/>
                </a:solidFill>
                <a:latin typeface="Open Sans"/>
                <a:ea typeface="Open Sans"/>
                <a:cs typeface="Open Sans"/>
                <a:sym typeface="Open Sans"/>
              </a:rPr>
              <a:t>Lorem ipsum dolor sit amet, consectetur adipiscing elit, sed do eiusmod tempor incididunt ut labore et dolore magna aliqua.</a:t>
            </a:r>
            <a:endParaRPr b="1" sz="1348">
              <a:solidFill>
                <a:schemeClr val="lt1"/>
              </a:solidFill>
              <a:latin typeface="Inter"/>
              <a:ea typeface="Inter"/>
              <a:cs typeface="Inter"/>
              <a:sym typeface="Inter"/>
            </a:endParaRPr>
          </a:p>
        </p:txBody>
      </p:sp>
      <p:sp>
        <p:nvSpPr>
          <p:cNvPr id="526" name="Google Shape;526;p67"/>
          <p:cNvSpPr/>
          <p:nvPr/>
        </p:nvSpPr>
        <p:spPr>
          <a:xfrm>
            <a:off x="3359346" y="3528874"/>
            <a:ext cx="2424000" cy="848100"/>
          </a:xfrm>
          <a:prstGeom prst="roundRect">
            <a:avLst>
              <a:gd fmla="val 16667" name="adj"/>
            </a:avLst>
          </a:prstGeom>
          <a:solidFill>
            <a:srgbClr val="307FE2"/>
          </a:solidFill>
          <a:ln>
            <a:noFill/>
          </a:ln>
        </p:spPr>
        <p:txBody>
          <a:bodyPr anchorCtr="0" anchor="ctr" bIns="88000" lIns="88000" spcFirstLastPara="1" rIns="88000" wrap="square" tIns="88000">
            <a:noAutofit/>
          </a:bodyPr>
          <a:lstStyle/>
          <a:p>
            <a:pPr indent="0" lvl="0" marL="0" rtl="0" algn="ctr">
              <a:lnSpc>
                <a:spcPct val="115000"/>
              </a:lnSpc>
              <a:spcBef>
                <a:spcPts val="0"/>
              </a:spcBef>
              <a:spcAft>
                <a:spcPts val="0"/>
              </a:spcAft>
              <a:buNone/>
            </a:pPr>
            <a:r>
              <a:rPr b="1" lang="en-GB" sz="1348">
                <a:solidFill>
                  <a:schemeClr val="lt1"/>
                </a:solidFill>
                <a:latin typeface="Inter"/>
                <a:ea typeface="Inter"/>
                <a:cs typeface="Inter"/>
                <a:sym typeface="Inter"/>
              </a:rPr>
              <a:t>Point C</a:t>
            </a:r>
            <a:endParaRPr b="1" sz="1348">
              <a:solidFill>
                <a:schemeClr val="lt1"/>
              </a:solidFill>
              <a:latin typeface="Inter"/>
              <a:ea typeface="Inter"/>
              <a:cs typeface="Inter"/>
              <a:sym typeface="Inter"/>
            </a:endParaRPr>
          </a:p>
          <a:p>
            <a:pPr indent="0" lvl="0" marL="0" rtl="0" algn="ctr">
              <a:spcBef>
                <a:spcPts val="0"/>
              </a:spcBef>
              <a:spcAft>
                <a:spcPts val="1155"/>
              </a:spcAft>
              <a:buNone/>
            </a:pPr>
            <a:r>
              <a:rPr b="1" lang="en-GB" sz="770">
                <a:solidFill>
                  <a:schemeClr val="lt1"/>
                </a:solidFill>
                <a:latin typeface="Open Sans"/>
                <a:ea typeface="Open Sans"/>
                <a:cs typeface="Open Sans"/>
                <a:sym typeface="Open Sans"/>
              </a:rPr>
              <a:t>Lorem ipsum dolor sit amet, consectetur adipiscing elit, sed do eiusmod tempor incididunt ut labore et dolore magna aliqua.</a:t>
            </a:r>
            <a:endParaRPr b="1" sz="1348">
              <a:solidFill>
                <a:schemeClr val="lt1"/>
              </a:solidFill>
              <a:latin typeface="Inter"/>
              <a:ea typeface="Inter"/>
              <a:cs typeface="Inter"/>
              <a:sym typeface="Inter"/>
            </a:endParaRPr>
          </a:p>
        </p:txBody>
      </p:sp>
      <p:sp>
        <p:nvSpPr>
          <p:cNvPr id="527" name="Google Shape;527;p67"/>
          <p:cNvSpPr/>
          <p:nvPr/>
        </p:nvSpPr>
        <p:spPr>
          <a:xfrm>
            <a:off x="6145199" y="1399230"/>
            <a:ext cx="2424000" cy="921600"/>
          </a:xfrm>
          <a:prstGeom prst="roundRect">
            <a:avLst>
              <a:gd fmla="val 16667" name="adj"/>
            </a:avLst>
          </a:prstGeom>
          <a:solidFill>
            <a:srgbClr val="71C4E8"/>
          </a:solidFill>
          <a:ln>
            <a:noFill/>
          </a:ln>
        </p:spPr>
        <p:txBody>
          <a:bodyPr anchorCtr="0" anchor="ctr" bIns="88000" lIns="88000" spcFirstLastPara="1" rIns="88000" wrap="square" tIns="88000">
            <a:noAutofit/>
          </a:bodyPr>
          <a:lstStyle/>
          <a:p>
            <a:pPr indent="0" lvl="0" marL="0" rtl="0" algn="ctr">
              <a:lnSpc>
                <a:spcPct val="115000"/>
              </a:lnSpc>
              <a:spcBef>
                <a:spcPts val="0"/>
              </a:spcBef>
              <a:spcAft>
                <a:spcPts val="0"/>
              </a:spcAft>
              <a:buNone/>
            </a:pPr>
            <a:r>
              <a:rPr b="1" lang="en-GB" sz="1348">
                <a:solidFill>
                  <a:schemeClr val="lt1"/>
                </a:solidFill>
                <a:latin typeface="Inter"/>
                <a:ea typeface="Inter"/>
                <a:cs typeface="Inter"/>
                <a:sym typeface="Inter"/>
              </a:rPr>
              <a:t>Point I</a:t>
            </a:r>
            <a:endParaRPr b="1" sz="1348">
              <a:solidFill>
                <a:schemeClr val="lt1"/>
              </a:solidFill>
              <a:latin typeface="Inter"/>
              <a:ea typeface="Inter"/>
              <a:cs typeface="Inter"/>
              <a:sym typeface="Inter"/>
            </a:endParaRPr>
          </a:p>
          <a:p>
            <a:pPr indent="0" lvl="0" marL="0" rtl="0" algn="ctr">
              <a:spcBef>
                <a:spcPts val="0"/>
              </a:spcBef>
              <a:spcAft>
                <a:spcPts val="1155"/>
              </a:spcAft>
              <a:buNone/>
            </a:pPr>
            <a:r>
              <a:rPr b="1" lang="en-GB" sz="770">
                <a:solidFill>
                  <a:schemeClr val="lt1"/>
                </a:solidFill>
                <a:latin typeface="Open Sans"/>
                <a:ea typeface="Open Sans"/>
                <a:cs typeface="Open Sans"/>
                <a:sym typeface="Open Sans"/>
              </a:rPr>
              <a:t>Lorem ipsum dolor sit amet, consectetur adipiscing elit, sed do eiusmod tempor incididunt ut labore et dolore magna aliqua.</a:t>
            </a:r>
            <a:endParaRPr b="1" sz="1348">
              <a:solidFill>
                <a:schemeClr val="lt1"/>
              </a:solidFill>
              <a:latin typeface="Inter"/>
              <a:ea typeface="Inter"/>
              <a:cs typeface="Inter"/>
              <a:sym typeface="Inter"/>
            </a:endParaRPr>
          </a:p>
        </p:txBody>
      </p:sp>
      <p:sp>
        <p:nvSpPr>
          <p:cNvPr id="528" name="Google Shape;528;p67"/>
          <p:cNvSpPr/>
          <p:nvPr/>
        </p:nvSpPr>
        <p:spPr>
          <a:xfrm>
            <a:off x="6145201" y="2431433"/>
            <a:ext cx="2424000" cy="976800"/>
          </a:xfrm>
          <a:prstGeom prst="roundRect">
            <a:avLst>
              <a:gd fmla="val 16667" name="adj"/>
            </a:avLst>
          </a:prstGeom>
          <a:solidFill>
            <a:srgbClr val="71C4E8"/>
          </a:solidFill>
          <a:ln>
            <a:noFill/>
          </a:ln>
        </p:spPr>
        <p:txBody>
          <a:bodyPr anchorCtr="0" anchor="ctr" bIns="88000" lIns="88000" spcFirstLastPara="1" rIns="88000" wrap="square" tIns="88000">
            <a:noAutofit/>
          </a:bodyPr>
          <a:lstStyle/>
          <a:p>
            <a:pPr indent="0" lvl="0" marL="0" rtl="0" algn="ctr">
              <a:lnSpc>
                <a:spcPct val="115000"/>
              </a:lnSpc>
              <a:spcBef>
                <a:spcPts val="0"/>
              </a:spcBef>
              <a:spcAft>
                <a:spcPts val="0"/>
              </a:spcAft>
              <a:buNone/>
            </a:pPr>
            <a:r>
              <a:rPr b="1" lang="en-GB" sz="1348">
                <a:solidFill>
                  <a:schemeClr val="lt1"/>
                </a:solidFill>
                <a:latin typeface="Inter"/>
                <a:ea typeface="Inter"/>
                <a:cs typeface="Inter"/>
                <a:sym typeface="Inter"/>
              </a:rPr>
              <a:t>Point II</a:t>
            </a:r>
            <a:endParaRPr b="1" sz="1348">
              <a:solidFill>
                <a:schemeClr val="lt1"/>
              </a:solidFill>
              <a:latin typeface="Inter"/>
              <a:ea typeface="Inter"/>
              <a:cs typeface="Inter"/>
              <a:sym typeface="Inter"/>
            </a:endParaRPr>
          </a:p>
          <a:p>
            <a:pPr indent="0" lvl="0" marL="0" rtl="0" algn="ctr">
              <a:spcBef>
                <a:spcPts val="0"/>
              </a:spcBef>
              <a:spcAft>
                <a:spcPts val="1155"/>
              </a:spcAft>
              <a:buNone/>
            </a:pPr>
            <a:r>
              <a:rPr b="1" lang="en-GB" sz="770">
                <a:solidFill>
                  <a:schemeClr val="lt1"/>
                </a:solidFill>
                <a:latin typeface="Open Sans"/>
                <a:ea typeface="Open Sans"/>
                <a:cs typeface="Open Sans"/>
                <a:sym typeface="Open Sans"/>
              </a:rPr>
              <a:t>Lorem ipsum dolor sit amet, consectetur adipiscing elit, sed do eiusmod tempor incididunt ut labore et dolore magna aliqua.</a:t>
            </a:r>
            <a:endParaRPr b="1" sz="1348">
              <a:solidFill>
                <a:schemeClr val="lt1"/>
              </a:solidFill>
              <a:latin typeface="Inter"/>
              <a:ea typeface="Inter"/>
              <a:cs typeface="Inter"/>
              <a:sym typeface="Inter"/>
            </a:endParaRPr>
          </a:p>
        </p:txBody>
      </p:sp>
      <p:sp>
        <p:nvSpPr>
          <p:cNvPr id="529" name="Google Shape;529;p67"/>
          <p:cNvSpPr/>
          <p:nvPr/>
        </p:nvSpPr>
        <p:spPr>
          <a:xfrm>
            <a:off x="6145201" y="3528874"/>
            <a:ext cx="2424000" cy="848100"/>
          </a:xfrm>
          <a:prstGeom prst="roundRect">
            <a:avLst>
              <a:gd fmla="val 16667" name="adj"/>
            </a:avLst>
          </a:prstGeom>
          <a:solidFill>
            <a:srgbClr val="71C4E8"/>
          </a:solidFill>
          <a:ln>
            <a:noFill/>
          </a:ln>
        </p:spPr>
        <p:txBody>
          <a:bodyPr anchorCtr="0" anchor="ctr" bIns="88000" lIns="88000" spcFirstLastPara="1" rIns="88000" wrap="square" tIns="88000">
            <a:noAutofit/>
          </a:bodyPr>
          <a:lstStyle/>
          <a:p>
            <a:pPr indent="0" lvl="0" marL="0" rtl="0" algn="ctr">
              <a:lnSpc>
                <a:spcPct val="115000"/>
              </a:lnSpc>
              <a:spcBef>
                <a:spcPts val="0"/>
              </a:spcBef>
              <a:spcAft>
                <a:spcPts val="0"/>
              </a:spcAft>
              <a:buNone/>
            </a:pPr>
            <a:r>
              <a:rPr b="1" lang="en-GB" sz="1348">
                <a:solidFill>
                  <a:schemeClr val="lt1"/>
                </a:solidFill>
                <a:latin typeface="Inter"/>
                <a:ea typeface="Inter"/>
                <a:cs typeface="Inter"/>
                <a:sym typeface="Inter"/>
              </a:rPr>
              <a:t>Point III</a:t>
            </a:r>
            <a:endParaRPr b="1" sz="1348">
              <a:solidFill>
                <a:schemeClr val="lt1"/>
              </a:solidFill>
              <a:latin typeface="Inter"/>
              <a:ea typeface="Inter"/>
              <a:cs typeface="Inter"/>
              <a:sym typeface="Inter"/>
            </a:endParaRPr>
          </a:p>
          <a:p>
            <a:pPr indent="0" lvl="0" marL="0" rtl="0" algn="ctr">
              <a:spcBef>
                <a:spcPts val="0"/>
              </a:spcBef>
              <a:spcAft>
                <a:spcPts val="1155"/>
              </a:spcAft>
              <a:buNone/>
            </a:pPr>
            <a:r>
              <a:rPr b="1" lang="en-GB" sz="770">
                <a:solidFill>
                  <a:schemeClr val="lt1"/>
                </a:solidFill>
                <a:latin typeface="Open Sans"/>
                <a:ea typeface="Open Sans"/>
                <a:cs typeface="Open Sans"/>
                <a:sym typeface="Open Sans"/>
              </a:rPr>
              <a:t>Lorem ipsum dolor sit amet, consectetur adipiscing elit, sed do eiusmod tempor incididunt ut labore et dolore magna aliqua.</a:t>
            </a:r>
            <a:endParaRPr b="1" sz="1348">
              <a:solidFill>
                <a:schemeClr val="lt1"/>
              </a:solidFill>
              <a:latin typeface="Inter"/>
              <a:ea typeface="Inter"/>
              <a:cs typeface="Inter"/>
              <a:sym typeface="Inter"/>
            </a:endParaRPr>
          </a:p>
        </p:txBody>
      </p:sp>
      <p:sp>
        <p:nvSpPr>
          <p:cNvPr id="530" name="Google Shape;530;p67"/>
          <p:cNvSpPr txBox="1"/>
          <p:nvPr/>
        </p:nvSpPr>
        <p:spPr>
          <a:xfrm>
            <a:off x="8580950" y="4663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8"/>
          <p:cNvSpPr txBox="1"/>
          <p:nvPr/>
        </p:nvSpPr>
        <p:spPr>
          <a:xfrm>
            <a:off x="8580950" y="4663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sp>
        <p:nvSpPr>
          <p:cNvPr id="536" name="Google Shape;536;p68"/>
          <p:cNvSpPr/>
          <p:nvPr/>
        </p:nvSpPr>
        <p:spPr>
          <a:xfrm>
            <a:off x="420200" y="1811053"/>
            <a:ext cx="1533000" cy="963000"/>
          </a:xfrm>
          <a:prstGeom prst="roundRect">
            <a:avLst>
              <a:gd fmla="val 16667" name="adj"/>
            </a:avLst>
          </a:prstGeom>
          <a:noFill/>
          <a:ln cap="flat" cmpd="sng" w="9525">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0C57C2"/>
              </a:solidFill>
              <a:latin typeface="Inter"/>
              <a:ea typeface="Inter"/>
              <a:cs typeface="Inter"/>
              <a:sym typeface="Inter"/>
            </a:endParaRPr>
          </a:p>
          <a:p>
            <a:pPr indent="0" lvl="0" marL="0" rtl="0" algn="ctr">
              <a:spcBef>
                <a:spcPts val="1200"/>
              </a:spcBef>
              <a:spcAft>
                <a:spcPts val="1200"/>
              </a:spcAft>
              <a:buNone/>
            </a:pPr>
            <a:r>
              <a:rPr lang="en-GB" sz="800">
                <a:solidFill>
                  <a:srgbClr val="0C57C2"/>
                </a:solidFill>
                <a:latin typeface="Inter"/>
                <a:ea typeface="Inter"/>
                <a:cs typeface="Inter"/>
                <a:sym typeface="Inter"/>
              </a:rPr>
              <a:t>Lorem ipsum dolor sit amet, consectetur adipiscing elit, sed do</a:t>
            </a:r>
            <a:endParaRPr>
              <a:solidFill>
                <a:srgbClr val="0C57C2"/>
              </a:solidFill>
              <a:latin typeface="Inter"/>
              <a:ea typeface="Inter"/>
              <a:cs typeface="Inter"/>
              <a:sym typeface="Inter"/>
            </a:endParaRPr>
          </a:p>
        </p:txBody>
      </p:sp>
      <p:sp>
        <p:nvSpPr>
          <p:cNvPr id="537" name="Google Shape;537;p68"/>
          <p:cNvSpPr txBox="1"/>
          <p:nvPr>
            <p:ph idx="4294967295" type="subTitle"/>
          </p:nvPr>
        </p:nvSpPr>
        <p:spPr>
          <a:xfrm>
            <a:off x="311700" y="1007324"/>
            <a:ext cx="4442100" cy="4467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n-GB">
                <a:solidFill>
                  <a:srgbClr val="0C57C2"/>
                </a:solidFill>
                <a:latin typeface="Inter"/>
                <a:ea typeface="Inter"/>
                <a:cs typeface="Inter"/>
                <a:sym typeface="Inter"/>
              </a:rPr>
              <a:t>Title page</a:t>
            </a:r>
            <a:endParaRPr b="1" sz="1800">
              <a:solidFill>
                <a:srgbClr val="0C57C2"/>
              </a:solidFill>
              <a:latin typeface="Inter"/>
              <a:ea typeface="Inter"/>
              <a:cs typeface="Inter"/>
              <a:sym typeface="Inter"/>
            </a:endParaRPr>
          </a:p>
        </p:txBody>
      </p:sp>
      <p:sp>
        <p:nvSpPr>
          <p:cNvPr id="538" name="Google Shape;538;p68"/>
          <p:cNvSpPr/>
          <p:nvPr/>
        </p:nvSpPr>
        <p:spPr>
          <a:xfrm>
            <a:off x="916400" y="1510103"/>
            <a:ext cx="540600" cy="540600"/>
          </a:xfrm>
          <a:prstGeom prst="ellipse">
            <a:avLst/>
          </a:prstGeom>
          <a:solidFill>
            <a:srgbClr val="09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1</a:t>
            </a:r>
            <a:endParaRPr b="1">
              <a:solidFill>
                <a:schemeClr val="lt1"/>
              </a:solidFill>
              <a:latin typeface="Inter"/>
              <a:ea typeface="Inter"/>
              <a:cs typeface="Inter"/>
              <a:sym typeface="Inter"/>
            </a:endParaRPr>
          </a:p>
        </p:txBody>
      </p:sp>
      <p:sp>
        <p:nvSpPr>
          <p:cNvPr id="539" name="Google Shape;539;p68"/>
          <p:cNvSpPr/>
          <p:nvPr/>
        </p:nvSpPr>
        <p:spPr>
          <a:xfrm>
            <a:off x="2114811" y="1811053"/>
            <a:ext cx="1533000" cy="963000"/>
          </a:xfrm>
          <a:prstGeom prst="roundRect">
            <a:avLst>
              <a:gd fmla="val 16667" name="adj"/>
            </a:avLst>
          </a:prstGeom>
          <a:noFill/>
          <a:ln cap="flat" cmpd="sng" w="9525">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0C57C2"/>
              </a:solidFill>
              <a:latin typeface="Inter"/>
              <a:ea typeface="Inter"/>
              <a:cs typeface="Inter"/>
              <a:sym typeface="Inter"/>
            </a:endParaRPr>
          </a:p>
          <a:p>
            <a:pPr indent="0" lvl="0" marL="0" rtl="0" algn="ctr">
              <a:spcBef>
                <a:spcPts val="1200"/>
              </a:spcBef>
              <a:spcAft>
                <a:spcPts val="1200"/>
              </a:spcAft>
              <a:buNone/>
            </a:pPr>
            <a:r>
              <a:rPr lang="en-GB" sz="800">
                <a:solidFill>
                  <a:srgbClr val="0C57C2"/>
                </a:solidFill>
                <a:latin typeface="Inter"/>
                <a:ea typeface="Inter"/>
                <a:cs typeface="Inter"/>
                <a:sym typeface="Inter"/>
              </a:rPr>
              <a:t>Lorem ipsum dolor sit amet, consectetur adipiscing elit, sed do</a:t>
            </a:r>
            <a:endParaRPr>
              <a:solidFill>
                <a:srgbClr val="0C57C2"/>
              </a:solidFill>
              <a:latin typeface="Inter"/>
              <a:ea typeface="Inter"/>
              <a:cs typeface="Inter"/>
              <a:sym typeface="Inter"/>
            </a:endParaRPr>
          </a:p>
        </p:txBody>
      </p:sp>
      <p:sp>
        <p:nvSpPr>
          <p:cNvPr id="540" name="Google Shape;540;p68"/>
          <p:cNvSpPr/>
          <p:nvPr/>
        </p:nvSpPr>
        <p:spPr>
          <a:xfrm>
            <a:off x="2600718" y="1510103"/>
            <a:ext cx="540600" cy="540600"/>
          </a:xfrm>
          <a:prstGeom prst="ellipse">
            <a:avLst/>
          </a:prstGeom>
          <a:solidFill>
            <a:srgbClr val="307F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2</a:t>
            </a:r>
            <a:endParaRPr b="1">
              <a:solidFill>
                <a:schemeClr val="lt1"/>
              </a:solidFill>
              <a:latin typeface="Inter"/>
              <a:ea typeface="Inter"/>
              <a:cs typeface="Inter"/>
              <a:sym typeface="Inter"/>
            </a:endParaRPr>
          </a:p>
        </p:txBody>
      </p:sp>
      <p:sp>
        <p:nvSpPr>
          <p:cNvPr id="541" name="Google Shape;541;p68"/>
          <p:cNvSpPr/>
          <p:nvPr/>
        </p:nvSpPr>
        <p:spPr>
          <a:xfrm>
            <a:off x="3848285" y="1811053"/>
            <a:ext cx="1533000" cy="963000"/>
          </a:xfrm>
          <a:prstGeom prst="roundRect">
            <a:avLst>
              <a:gd fmla="val 16667" name="adj"/>
            </a:avLst>
          </a:prstGeom>
          <a:noFill/>
          <a:ln cap="flat" cmpd="sng" w="9525">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0C57C2"/>
              </a:solidFill>
              <a:latin typeface="Inter"/>
              <a:ea typeface="Inter"/>
              <a:cs typeface="Inter"/>
              <a:sym typeface="Inter"/>
            </a:endParaRPr>
          </a:p>
          <a:p>
            <a:pPr indent="0" lvl="0" marL="0" rtl="0" algn="ctr">
              <a:spcBef>
                <a:spcPts val="1200"/>
              </a:spcBef>
              <a:spcAft>
                <a:spcPts val="1200"/>
              </a:spcAft>
              <a:buNone/>
            </a:pPr>
            <a:r>
              <a:rPr lang="en-GB" sz="800">
                <a:solidFill>
                  <a:srgbClr val="0C57C2"/>
                </a:solidFill>
                <a:latin typeface="Inter"/>
                <a:ea typeface="Inter"/>
                <a:cs typeface="Inter"/>
                <a:sym typeface="Inter"/>
              </a:rPr>
              <a:t>Lorem ipsum dolor sit amet, consectetur adipiscing elit, sed do</a:t>
            </a:r>
            <a:endParaRPr>
              <a:solidFill>
                <a:srgbClr val="0C57C2"/>
              </a:solidFill>
              <a:latin typeface="Inter"/>
              <a:ea typeface="Inter"/>
              <a:cs typeface="Inter"/>
              <a:sym typeface="Inter"/>
            </a:endParaRPr>
          </a:p>
        </p:txBody>
      </p:sp>
      <p:sp>
        <p:nvSpPr>
          <p:cNvPr id="542" name="Google Shape;542;p68"/>
          <p:cNvSpPr/>
          <p:nvPr/>
        </p:nvSpPr>
        <p:spPr>
          <a:xfrm>
            <a:off x="4344475" y="1510103"/>
            <a:ext cx="540600" cy="540600"/>
          </a:xfrm>
          <a:prstGeom prst="ellipse">
            <a:avLst/>
          </a:prstGeom>
          <a:solidFill>
            <a:srgbClr val="71C4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3</a:t>
            </a:r>
            <a:endParaRPr b="1">
              <a:solidFill>
                <a:schemeClr val="lt1"/>
              </a:solidFill>
              <a:latin typeface="Inter"/>
              <a:ea typeface="Inter"/>
              <a:cs typeface="Inter"/>
              <a:sym typeface="Inter"/>
            </a:endParaRPr>
          </a:p>
        </p:txBody>
      </p:sp>
      <p:sp>
        <p:nvSpPr>
          <p:cNvPr id="543" name="Google Shape;543;p68"/>
          <p:cNvSpPr/>
          <p:nvPr/>
        </p:nvSpPr>
        <p:spPr>
          <a:xfrm>
            <a:off x="5542896" y="1811053"/>
            <a:ext cx="1533000" cy="963000"/>
          </a:xfrm>
          <a:prstGeom prst="roundRect">
            <a:avLst>
              <a:gd fmla="val 16667" name="adj"/>
            </a:avLst>
          </a:prstGeom>
          <a:noFill/>
          <a:ln cap="flat" cmpd="sng" w="9525">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0C57C2"/>
              </a:solidFill>
              <a:latin typeface="Inter"/>
              <a:ea typeface="Inter"/>
              <a:cs typeface="Inter"/>
              <a:sym typeface="Inter"/>
            </a:endParaRPr>
          </a:p>
          <a:p>
            <a:pPr indent="0" lvl="0" marL="0" rtl="0" algn="ctr">
              <a:spcBef>
                <a:spcPts val="1200"/>
              </a:spcBef>
              <a:spcAft>
                <a:spcPts val="1200"/>
              </a:spcAft>
              <a:buNone/>
            </a:pPr>
            <a:r>
              <a:rPr lang="en-GB" sz="800">
                <a:solidFill>
                  <a:srgbClr val="0C57C2"/>
                </a:solidFill>
                <a:latin typeface="Inter"/>
                <a:ea typeface="Inter"/>
                <a:cs typeface="Inter"/>
                <a:sym typeface="Inter"/>
              </a:rPr>
              <a:t>Lorem ipsum dolor sit amet, consectetur adipiscing elit, sed do</a:t>
            </a:r>
            <a:endParaRPr>
              <a:solidFill>
                <a:srgbClr val="0C57C2"/>
              </a:solidFill>
              <a:latin typeface="Inter"/>
              <a:ea typeface="Inter"/>
              <a:cs typeface="Inter"/>
              <a:sym typeface="Inter"/>
            </a:endParaRPr>
          </a:p>
        </p:txBody>
      </p:sp>
      <p:sp>
        <p:nvSpPr>
          <p:cNvPr id="544" name="Google Shape;544;p68"/>
          <p:cNvSpPr/>
          <p:nvPr/>
        </p:nvSpPr>
        <p:spPr>
          <a:xfrm>
            <a:off x="6039088" y="1510103"/>
            <a:ext cx="540600" cy="540600"/>
          </a:xfrm>
          <a:prstGeom prst="ellipse">
            <a:avLst/>
          </a:prstGeom>
          <a:solidFill>
            <a:srgbClr val="307F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4</a:t>
            </a:r>
            <a:endParaRPr b="1">
              <a:solidFill>
                <a:schemeClr val="lt1"/>
              </a:solidFill>
              <a:latin typeface="Inter"/>
              <a:ea typeface="Inter"/>
              <a:cs typeface="Inter"/>
              <a:sym typeface="Inter"/>
            </a:endParaRPr>
          </a:p>
        </p:txBody>
      </p:sp>
      <p:sp>
        <p:nvSpPr>
          <p:cNvPr id="545" name="Google Shape;545;p68"/>
          <p:cNvSpPr/>
          <p:nvPr/>
        </p:nvSpPr>
        <p:spPr>
          <a:xfrm>
            <a:off x="7237507" y="1811053"/>
            <a:ext cx="1533000" cy="963000"/>
          </a:xfrm>
          <a:prstGeom prst="roundRect">
            <a:avLst>
              <a:gd fmla="val 16667" name="adj"/>
            </a:avLst>
          </a:prstGeom>
          <a:noFill/>
          <a:ln cap="flat" cmpd="sng" w="9525">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0C57C2"/>
              </a:solidFill>
              <a:latin typeface="Inter"/>
              <a:ea typeface="Inter"/>
              <a:cs typeface="Inter"/>
              <a:sym typeface="Inter"/>
            </a:endParaRPr>
          </a:p>
          <a:p>
            <a:pPr indent="0" lvl="0" marL="0" rtl="0" algn="ctr">
              <a:spcBef>
                <a:spcPts val="1200"/>
              </a:spcBef>
              <a:spcAft>
                <a:spcPts val="1200"/>
              </a:spcAft>
              <a:buNone/>
            </a:pPr>
            <a:r>
              <a:rPr lang="en-GB" sz="800">
                <a:solidFill>
                  <a:srgbClr val="0C57C2"/>
                </a:solidFill>
                <a:latin typeface="Inter"/>
                <a:ea typeface="Inter"/>
                <a:cs typeface="Inter"/>
                <a:sym typeface="Inter"/>
              </a:rPr>
              <a:t>Lorem ipsum dolor sit amet, consectetur adipiscing elit, sed do</a:t>
            </a:r>
            <a:endParaRPr>
              <a:solidFill>
                <a:srgbClr val="0C57C2"/>
              </a:solidFill>
              <a:latin typeface="Inter"/>
              <a:ea typeface="Inter"/>
              <a:cs typeface="Inter"/>
              <a:sym typeface="Inter"/>
            </a:endParaRPr>
          </a:p>
        </p:txBody>
      </p:sp>
      <p:sp>
        <p:nvSpPr>
          <p:cNvPr id="546" name="Google Shape;546;p68"/>
          <p:cNvSpPr/>
          <p:nvPr/>
        </p:nvSpPr>
        <p:spPr>
          <a:xfrm>
            <a:off x="7733725" y="1510103"/>
            <a:ext cx="540600" cy="540600"/>
          </a:xfrm>
          <a:prstGeom prst="ellipse">
            <a:avLst/>
          </a:prstGeom>
          <a:solidFill>
            <a:srgbClr val="09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5</a:t>
            </a:r>
            <a:endParaRPr b="1">
              <a:solidFill>
                <a:schemeClr val="lt1"/>
              </a:solidFill>
              <a:latin typeface="Inter"/>
              <a:ea typeface="Inter"/>
              <a:cs typeface="Inter"/>
              <a:sym typeface="Inter"/>
            </a:endParaRPr>
          </a:p>
        </p:txBody>
      </p:sp>
      <p:sp>
        <p:nvSpPr>
          <p:cNvPr id="547" name="Google Shape;547;p68"/>
          <p:cNvSpPr/>
          <p:nvPr/>
        </p:nvSpPr>
        <p:spPr>
          <a:xfrm>
            <a:off x="420200" y="3328258"/>
            <a:ext cx="1533000" cy="963000"/>
          </a:xfrm>
          <a:prstGeom prst="roundRect">
            <a:avLst>
              <a:gd fmla="val 16667" name="adj"/>
            </a:avLst>
          </a:prstGeom>
          <a:noFill/>
          <a:ln cap="flat" cmpd="sng" w="9525">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0C57C2"/>
              </a:solidFill>
              <a:latin typeface="Inter"/>
              <a:ea typeface="Inter"/>
              <a:cs typeface="Inter"/>
              <a:sym typeface="Inter"/>
            </a:endParaRPr>
          </a:p>
          <a:p>
            <a:pPr indent="0" lvl="0" marL="0" rtl="0" algn="ctr">
              <a:spcBef>
                <a:spcPts val="1200"/>
              </a:spcBef>
              <a:spcAft>
                <a:spcPts val="1200"/>
              </a:spcAft>
              <a:buNone/>
            </a:pPr>
            <a:r>
              <a:rPr lang="en-GB" sz="800">
                <a:solidFill>
                  <a:srgbClr val="0C57C2"/>
                </a:solidFill>
                <a:latin typeface="Inter"/>
                <a:ea typeface="Inter"/>
                <a:cs typeface="Inter"/>
                <a:sym typeface="Inter"/>
              </a:rPr>
              <a:t>Lorem ipsum dolor sit amet, consectetur adipiscing elit, sed do</a:t>
            </a:r>
            <a:endParaRPr>
              <a:solidFill>
                <a:srgbClr val="0C57C2"/>
              </a:solidFill>
              <a:latin typeface="Inter"/>
              <a:ea typeface="Inter"/>
              <a:cs typeface="Inter"/>
              <a:sym typeface="Inter"/>
            </a:endParaRPr>
          </a:p>
        </p:txBody>
      </p:sp>
      <p:sp>
        <p:nvSpPr>
          <p:cNvPr id="548" name="Google Shape;548;p68"/>
          <p:cNvSpPr/>
          <p:nvPr/>
        </p:nvSpPr>
        <p:spPr>
          <a:xfrm>
            <a:off x="916400" y="3027308"/>
            <a:ext cx="540600" cy="540600"/>
          </a:xfrm>
          <a:prstGeom prst="ellipse">
            <a:avLst/>
          </a:prstGeom>
          <a:solidFill>
            <a:srgbClr val="09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6</a:t>
            </a:r>
            <a:endParaRPr b="1">
              <a:solidFill>
                <a:schemeClr val="lt1"/>
              </a:solidFill>
              <a:latin typeface="Inter"/>
              <a:ea typeface="Inter"/>
              <a:cs typeface="Inter"/>
              <a:sym typeface="Inter"/>
            </a:endParaRPr>
          </a:p>
        </p:txBody>
      </p:sp>
      <p:sp>
        <p:nvSpPr>
          <p:cNvPr id="549" name="Google Shape;549;p68"/>
          <p:cNvSpPr/>
          <p:nvPr/>
        </p:nvSpPr>
        <p:spPr>
          <a:xfrm>
            <a:off x="2114811" y="3328258"/>
            <a:ext cx="1533000" cy="963000"/>
          </a:xfrm>
          <a:prstGeom prst="roundRect">
            <a:avLst>
              <a:gd fmla="val 16667" name="adj"/>
            </a:avLst>
          </a:prstGeom>
          <a:noFill/>
          <a:ln cap="flat" cmpd="sng" w="9525">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0C57C2"/>
              </a:solidFill>
              <a:latin typeface="Inter"/>
              <a:ea typeface="Inter"/>
              <a:cs typeface="Inter"/>
              <a:sym typeface="Inter"/>
            </a:endParaRPr>
          </a:p>
          <a:p>
            <a:pPr indent="0" lvl="0" marL="0" rtl="0" algn="ctr">
              <a:spcBef>
                <a:spcPts val="1200"/>
              </a:spcBef>
              <a:spcAft>
                <a:spcPts val="1200"/>
              </a:spcAft>
              <a:buNone/>
            </a:pPr>
            <a:r>
              <a:rPr lang="en-GB" sz="800">
                <a:solidFill>
                  <a:srgbClr val="0C57C2"/>
                </a:solidFill>
                <a:latin typeface="Inter"/>
                <a:ea typeface="Inter"/>
                <a:cs typeface="Inter"/>
                <a:sym typeface="Inter"/>
              </a:rPr>
              <a:t>Lorem ipsum dolor sit amet, consectetur adipiscing elit, sed do</a:t>
            </a:r>
            <a:endParaRPr>
              <a:solidFill>
                <a:srgbClr val="0C57C2"/>
              </a:solidFill>
              <a:latin typeface="Inter"/>
              <a:ea typeface="Inter"/>
              <a:cs typeface="Inter"/>
              <a:sym typeface="Inter"/>
            </a:endParaRPr>
          </a:p>
        </p:txBody>
      </p:sp>
      <p:sp>
        <p:nvSpPr>
          <p:cNvPr id="550" name="Google Shape;550;p68"/>
          <p:cNvSpPr/>
          <p:nvPr/>
        </p:nvSpPr>
        <p:spPr>
          <a:xfrm>
            <a:off x="2600718" y="3027308"/>
            <a:ext cx="540600" cy="540600"/>
          </a:xfrm>
          <a:prstGeom prst="ellipse">
            <a:avLst/>
          </a:prstGeom>
          <a:solidFill>
            <a:srgbClr val="307F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7</a:t>
            </a:r>
            <a:endParaRPr b="1">
              <a:solidFill>
                <a:schemeClr val="lt1"/>
              </a:solidFill>
              <a:latin typeface="Inter"/>
              <a:ea typeface="Inter"/>
              <a:cs typeface="Inter"/>
              <a:sym typeface="Inter"/>
            </a:endParaRPr>
          </a:p>
        </p:txBody>
      </p:sp>
      <p:sp>
        <p:nvSpPr>
          <p:cNvPr id="551" name="Google Shape;551;p68"/>
          <p:cNvSpPr/>
          <p:nvPr/>
        </p:nvSpPr>
        <p:spPr>
          <a:xfrm>
            <a:off x="3848285" y="3328258"/>
            <a:ext cx="1533000" cy="963000"/>
          </a:xfrm>
          <a:prstGeom prst="roundRect">
            <a:avLst>
              <a:gd fmla="val 16667" name="adj"/>
            </a:avLst>
          </a:prstGeom>
          <a:noFill/>
          <a:ln cap="flat" cmpd="sng" w="9525">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0C57C2"/>
              </a:solidFill>
              <a:latin typeface="Inter"/>
              <a:ea typeface="Inter"/>
              <a:cs typeface="Inter"/>
              <a:sym typeface="Inter"/>
            </a:endParaRPr>
          </a:p>
          <a:p>
            <a:pPr indent="0" lvl="0" marL="0" rtl="0" algn="ctr">
              <a:spcBef>
                <a:spcPts val="1200"/>
              </a:spcBef>
              <a:spcAft>
                <a:spcPts val="1200"/>
              </a:spcAft>
              <a:buNone/>
            </a:pPr>
            <a:r>
              <a:rPr lang="en-GB" sz="800">
                <a:solidFill>
                  <a:srgbClr val="0C57C2"/>
                </a:solidFill>
                <a:latin typeface="Inter"/>
                <a:ea typeface="Inter"/>
                <a:cs typeface="Inter"/>
                <a:sym typeface="Inter"/>
              </a:rPr>
              <a:t>Lorem ipsum dolor sit amet, consectetur adipiscing elit, sed do</a:t>
            </a:r>
            <a:endParaRPr>
              <a:solidFill>
                <a:srgbClr val="0C57C2"/>
              </a:solidFill>
              <a:latin typeface="Inter"/>
              <a:ea typeface="Inter"/>
              <a:cs typeface="Inter"/>
              <a:sym typeface="Inter"/>
            </a:endParaRPr>
          </a:p>
        </p:txBody>
      </p:sp>
      <p:sp>
        <p:nvSpPr>
          <p:cNvPr id="552" name="Google Shape;552;p68"/>
          <p:cNvSpPr/>
          <p:nvPr/>
        </p:nvSpPr>
        <p:spPr>
          <a:xfrm>
            <a:off x="4344475" y="3027308"/>
            <a:ext cx="540600" cy="540600"/>
          </a:xfrm>
          <a:prstGeom prst="ellipse">
            <a:avLst/>
          </a:prstGeom>
          <a:solidFill>
            <a:srgbClr val="71C4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8</a:t>
            </a:r>
            <a:endParaRPr b="1">
              <a:solidFill>
                <a:schemeClr val="lt1"/>
              </a:solidFill>
              <a:latin typeface="Inter"/>
              <a:ea typeface="Inter"/>
              <a:cs typeface="Inter"/>
              <a:sym typeface="Inter"/>
            </a:endParaRPr>
          </a:p>
        </p:txBody>
      </p:sp>
      <p:sp>
        <p:nvSpPr>
          <p:cNvPr id="553" name="Google Shape;553;p68"/>
          <p:cNvSpPr/>
          <p:nvPr/>
        </p:nvSpPr>
        <p:spPr>
          <a:xfrm>
            <a:off x="5542896" y="3328258"/>
            <a:ext cx="1533000" cy="963000"/>
          </a:xfrm>
          <a:prstGeom prst="roundRect">
            <a:avLst>
              <a:gd fmla="val 16667" name="adj"/>
            </a:avLst>
          </a:prstGeom>
          <a:noFill/>
          <a:ln cap="flat" cmpd="sng" w="9525">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0C57C2"/>
              </a:solidFill>
              <a:latin typeface="Inter"/>
              <a:ea typeface="Inter"/>
              <a:cs typeface="Inter"/>
              <a:sym typeface="Inter"/>
            </a:endParaRPr>
          </a:p>
          <a:p>
            <a:pPr indent="0" lvl="0" marL="0" rtl="0" algn="ctr">
              <a:spcBef>
                <a:spcPts val="1200"/>
              </a:spcBef>
              <a:spcAft>
                <a:spcPts val="1200"/>
              </a:spcAft>
              <a:buNone/>
            </a:pPr>
            <a:r>
              <a:rPr lang="en-GB" sz="800">
                <a:solidFill>
                  <a:srgbClr val="0C57C2"/>
                </a:solidFill>
                <a:latin typeface="Inter"/>
                <a:ea typeface="Inter"/>
                <a:cs typeface="Inter"/>
                <a:sym typeface="Inter"/>
              </a:rPr>
              <a:t>Lorem ipsum dolor sit amet, consectetur adipiscing elit, sed do</a:t>
            </a:r>
            <a:endParaRPr>
              <a:solidFill>
                <a:srgbClr val="0C57C2"/>
              </a:solidFill>
              <a:latin typeface="Inter"/>
              <a:ea typeface="Inter"/>
              <a:cs typeface="Inter"/>
              <a:sym typeface="Inter"/>
            </a:endParaRPr>
          </a:p>
        </p:txBody>
      </p:sp>
      <p:sp>
        <p:nvSpPr>
          <p:cNvPr id="554" name="Google Shape;554;p68"/>
          <p:cNvSpPr/>
          <p:nvPr/>
        </p:nvSpPr>
        <p:spPr>
          <a:xfrm>
            <a:off x="6039088" y="3027308"/>
            <a:ext cx="540600" cy="540600"/>
          </a:xfrm>
          <a:prstGeom prst="ellipse">
            <a:avLst/>
          </a:prstGeom>
          <a:solidFill>
            <a:srgbClr val="307F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9</a:t>
            </a:r>
            <a:endParaRPr b="1">
              <a:solidFill>
                <a:schemeClr val="lt1"/>
              </a:solidFill>
              <a:latin typeface="Inter"/>
              <a:ea typeface="Inter"/>
              <a:cs typeface="Inter"/>
              <a:sym typeface="Inter"/>
            </a:endParaRPr>
          </a:p>
        </p:txBody>
      </p:sp>
      <p:sp>
        <p:nvSpPr>
          <p:cNvPr id="555" name="Google Shape;555;p68"/>
          <p:cNvSpPr/>
          <p:nvPr/>
        </p:nvSpPr>
        <p:spPr>
          <a:xfrm>
            <a:off x="7237507" y="3328258"/>
            <a:ext cx="1533000" cy="963000"/>
          </a:xfrm>
          <a:prstGeom prst="roundRect">
            <a:avLst>
              <a:gd fmla="val 16667" name="adj"/>
            </a:avLst>
          </a:prstGeom>
          <a:noFill/>
          <a:ln cap="flat" cmpd="sng" w="9525">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0C57C2"/>
              </a:solidFill>
              <a:latin typeface="Inter"/>
              <a:ea typeface="Inter"/>
              <a:cs typeface="Inter"/>
              <a:sym typeface="Inter"/>
            </a:endParaRPr>
          </a:p>
          <a:p>
            <a:pPr indent="0" lvl="0" marL="0" rtl="0" algn="ctr">
              <a:spcBef>
                <a:spcPts val="1200"/>
              </a:spcBef>
              <a:spcAft>
                <a:spcPts val="1200"/>
              </a:spcAft>
              <a:buNone/>
            </a:pPr>
            <a:r>
              <a:rPr lang="en-GB" sz="800">
                <a:solidFill>
                  <a:srgbClr val="0C57C2"/>
                </a:solidFill>
                <a:latin typeface="Inter"/>
                <a:ea typeface="Inter"/>
                <a:cs typeface="Inter"/>
                <a:sym typeface="Inter"/>
              </a:rPr>
              <a:t>Lorem ipsum dolor sit amet, consectetur adipiscing elit, sed do</a:t>
            </a:r>
            <a:endParaRPr>
              <a:solidFill>
                <a:srgbClr val="0C57C2"/>
              </a:solidFill>
              <a:latin typeface="Inter"/>
              <a:ea typeface="Inter"/>
              <a:cs typeface="Inter"/>
              <a:sym typeface="Inter"/>
            </a:endParaRPr>
          </a:p>
        </p:txBody>
      </p:sp>
      <p:sp>
        <p:nvSpPr>
          <p:cNvPr id="556" name="Google Shape;556;p68"/>
          <p:cNvSpPr/>
          <p:nvPr/>
        </p:nvSpPr>
        <p:spPr>
          <a:xfrm>
            <a:off x="7733725" y="3027308"/>
            <a:ext cx="540600" cy="540600"/>
          </a:xfrm>
          <a:prstGeom prst="ellipse">
            <a:avLst/>
          </a:prstGeom>
          <a:solidFill>
            <a:srgbClr val="09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chemeClr val="lt1"/>
                </a:solidFill>
                <a:latin typeface="Inter"/>
                <a:ea typeface="Inter"/>
                <a:cs typeface="Inter"/>
                <a:sym typeface="Inter"/>
              </a:rPr>
              <a:t>10</a:t>
            </a:r>
            <a:endParaRPr b="1">
              <a:solidFill>
                <a:schemeClr val="lt1"/>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pic>
        <p:nvPicPr>
          <p:cNvPr descr="A blue and white rectangle" id="561" name="Google Shape;561;p69"/>
          <p:cNvPicPr preferRelativeResize="0"/>
          <p:nvPr/>
        </p:nvPicPr>
        <p:blipFill rotWithShape="1">
          <a:blip r:embed="rId3">
            <a:alphaModFix/>
          </a:blip>
          <a:srcRect b="0" l="0" r="0" t="0"/>
          <a:stretch/>
        </p:blipFill>
        <p:spPr>
          <a:xfrm>
            <a:off x="-83550" y="-14500"/>
            <a:ext cx="9227548" cy="5190499"/>
          </a:xfrm>
          <a:prstGeom prst="rect">
            <a:avLst/>
          </a:prstGeom>
          <a:noFill/>
          <a:ln>
            <a:noFill/>
          </a:ln>
        </p:spPr>
      </p:pic>
      <p:sp>
        <p:nvSpPr>
          <p:cNvPr id="562" name="Google Shape;562;p69"/>
          <p:cNvSpPr txBox="1"/>
          <p:nvPr/>
        </p:nvSpPr>
        <p:spPr>
          <a:xfrm>
            <a:off x="8733600" y="4852800"/>
            <a:ext cx="301800" cy="184800"/>
          </a:xfrm>
          <a:prstGeom prst="rect">
            <a:avLst/>
          </a:prstGeom>
          <a:noFill/>
          <a:ln>
            <a:noFill/>
          </a:ln>
        </p:spPr>
        <p:txBody>
          <a:bodyPr anchorCtr="0" anchor="t" bIns="22850" lIns="45725" spcFirstLastPara="1" rIns="45725" wrap="square" tIns="22850">
            <a:spAutoFit/>
          </a:bodyPr>
          <a:lstStyle/>
          <a:p>
            <a:pPr indent="0" lvl="0" marL="0" marR="0" rtl="0" algn="r">
              <a:spcBef>
                <a:spcPts val="0"/>
              </a:spcBef>
              <a:spcAft>
                <a:spcPts val="0"/>
              </a:spcAft>
              <a:buNone/>
            </a:pPr>
            <a:fld id="{00000000-1234-1234-1234-123412341234}" type="slidenum">
              <a:rPr b="1" lang="en-GB" sz="900">
                <a:solidFill>
                  <a:schemeClr val="dk1"/>
                </a:solidFill>
                <a:latin typeface="Inter"/>
                <a:ea typeface="Inter"/>
                <a:cs typeface="Inter"/>
                <a:sym typeface="Inter"/>
              </a:rPr>
              <a:t>‹#›</a:t>
            </a:fld>
            <a:endParaRPr b="1" sz="900">
              <a:solidFill>
                <a:schemeClr val="dk1"/>
              </a:solidFill>
              <a:latin typeface="Inter"/>
              <a:ea typeface="Inter"/>
              <a:cs typeface="Inter"/>
              <a:sym typeface="Inter"/>
            </a:endParaRPr>
          </a:p>
        </p:txBody>
      </p:sp>
      <p:sp>
        <p:nvSpPr>
          <p:cNvPr id="563" name="Google Shape;563;p69"/>
          <p:cNvSpPr/>
          <p:nvPr/>
        </p:nvSpPr>
        <p:spPr>
          <a:xfrm>
            <a:off x="226736" y="1398571"/>
            <a:ext cx="1329900" cy="3168300"/>
          </a:xfrm>
          <a:prstGeom prst="rect">
            <a:avLst/>
          </a:prstGeom>
          <a:solidFill>
            <a:srgbClr val="F3F3F3"/>
          </a:solidFill>
          <a:ln>
            <a:noFill/>
          </a:ln>
        </p:spPr>
        <p:txBody>
          <a:bodyPr anchorCtr="0" anchor="ctr" bIns="85375" lIns="85375" spcFirstLastPara="1" rIns="85375" wrap="square" tIns="85375">
            <a:noAutofit/>
          </a:bodyPr>
          <a:lstStyle/>
          <a:p>
            <a:pPr indent="0" lvl="0" marL="0" rtl="0" algn="ctr">
              <a:spcBef>
                <a:spcPts val="0"/>
              </a:spcBef>
              <a:spcAft>
                <a:spcPts val="0"/>
              </a:spcAft>
              <a:buNone/>
            </a:pPr>
            <a:r>
              <a:t/>
            </a:r>
            <a:endParaRPr sz="600"/>
          </a:p>
        </p:txBody>
      </p:sp>
      <p:cxnSp>
        <p:nvCxnSpPr>
          <p:cNvPr id="564" name="Google Shape;564;p69"/>
          <p:cNvCxnSpPr/>
          <p:nvPr/>
        </p:nvCxnSpPr>
        <p:spPr>
          <a:xfrm>
            <a:off x="2264234" y="1206046"/>
            <a:ext cx="0" cy="3360900"/>
          </a:xfrm>
          <a:prstGeom prst="straightConnector1">
            <a:avLst/>
          </a:prstGeom>
          <a:noFill/>
          <a:ln cap="flat" cmpd="sng" w="9525">
            <a:solidFill>
              <a:srgbClr val="78909C"/>
            </a:solidFill>
            <a:prstDash val="dot"/>
            <a:round/>
            <a:headEnd len="med" w="med" type="none"/>
            <a:tailEnd len="med" w="med" type="none"/>
          </a:ln>
        </p:spPr>
      </p:cxnSp>
      <p:cxnSp>
        <p:nvCxnSpPr>
          <p:cNvPr id="565" name="Google Shape;565;p69"/>
          <p:cNvCxnSpPr/>
          <p:nvPr/>
        </p:nvCxnSpPr>
        <p:spPr>
          <a:xfrm>
            <a:off x="5605400" y="1206046"/>
            <a:ext cx="0" cy="3360900"/>
          </a:xfrm>
          <a:prstGeom prst="straightConnector1">
            <a:avLst/>
          </a:prstGeom>
          <a:noFill/>
          <a:ln cap="flat" cmpd="sng" w="9525">
            <a:solidFill>
              <a:srgbClr val="78909C"/>
            </a:solidFill>
            <a:prstDash val="dot"/>
            <a:round/>
            <a:headEnd len="med" w="med" type="none"/>
            <a:tailEnd len="med" w="med" type="none"/>
          </a:ln>
        </p:spPr>
      </p:cxnSp>
      <p:cxnSp>
        <p:nvCxnSpPr>
          <p:cNvPr id="566" name="Google Shape;566;p69"/>
          <p:cNvCxnSpPr/>
          <p:nvPr/>
        </p:nvCxnSpPr>
        <p:spPr>
          <a:xfrm>
            <a:off x="7037329" y="1206046"/>
            <a:ext cx="0" cy="3360900"/>
          </a:xfrm>
          <a:prstGeom prst="straightConnector1">
            <a:avLst/>
          </a:prstGeom>
          <a:noFill/>
          <a:ln cap="flat" cmpd="sng" w="9525">
            <a:solidFill>
              <a:srgbClr val="78909C"/>
            </a:solidFill>
            <a:prstDash val="dot"/>
            <a:round/>
            <a:headEnd len="med" w="med" type="none"/>
            <a:tailEnd len="med" w="med" type="none"/>
          </a:ln>
        </p:spPr>
      </p:cxnSp>
      <p:sp>
        <p:nvSpPr>
          <p:cNvPr id="567" name="Google Shape;567;p69"/>
          <p:cNvSpPr txBox="1"/>
          <p:nvPr/>
        </p:nvSpPr>
        <p:spPr>
          <a:xfrm>
            <a:off x="466215" y="1467364"/>
            <a:ext cx="1097100" cy="14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GB" sz="600">
                <a:latin typeface="Inter"/>
                <a:ea typeface="Inter"/>
                <a:cs typeface="Inter"/>
                <a:sym typeface="Inter"/>
              </a:rPr>
              <a:t>Activity 1</a:t>
            </a:r>
            <a:endParaRPr b="1" sz="600">
              <a:solidFill>
                <a:srgbClr val="000000"/>
              </a:solidFill>
              <a:latin typeface="Inter"/>
              <a:ea typeface="Inter"/>
              <a:cs typeface="Inter"/>
              <a:sym typeface="Inter"/>
            </a:endParaRPr>
          </a:p>
        </p:txBody>
      </p:sp>
      <p:sp>
        <p:nvSpPr>
          <p:cNvPr id="568" name="Google Shape;568;p69"/>
          <p:cNvSpPr txBox="1"/>
          <p:nvPr/>
        </p:nvSpPr>
        <p:spPr>
          <a:xfrm>
            <a:off x="1716910" y="1207469"/>
            <a:ext cx="4320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November</a:t>
            </a:r>
            <a:endParaRPr sz="560">
              <a:solidFill>
                <a:srgbClr val="000000"/>
              </a:solidFill>
              <a:latin typeface="Inter Medium"/>
              <a:ea typeface="Inter Medium"/>
              <a:cs typeface="Inter Medium"/>
              <a:sym typeface="Inter Medium"/>
            </a:endParaRPr>
          </a:p>
        </p:txBody>
      </p:sp>
      <p:sp>
        <p:nvSpPr>
          <p:cNvPr id="569" name="Google Shape;569;p69"/>
          <p:cNvSpPr txBox="1"/>
          <p:nvPr/>
        </p:nvSpPr>
        <p:spPr>
          <a:xfrm>
            <a:off x="2314372" y="1207494"/>
            <a:ext cx="3771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Desember</a:t>
            </a:r>
            <a:endParaRPr sz="560">
              <a:solidFill>
                <a:srgbClr val="000000"/>
              </a:solidFill>
              <a:latin typeface="Inter Medium"/>
              <a:ea typeface="Inter Medium"/>
              <a:cs typeface="Inter Medium"/>
              <a:sym typeface="Inter Medium"/>
            </a:endParaRPr>
          </a:p>
        </p:txBody>
      </p:sp>
      <p:sp>
        <p:nvSpPr>
          <p:cNvPr id="570" name="Google Shape;570;p69"/>
          <p:cNvSpPr txBox="1"/>
          <p:nvPr/>
        </p:nvSpPr>
        <p:spPr>
          <a:xfrm>
            <a:off x="2850588" y="1213563"/>
            <a:ext cx="2877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Januari</a:t>
            </a:r>
            <a:endParaRPr sz="560">
              <a:solidFill>
                <a:srgbClr val="000000"/>
              </a:solidFill>
              <a:latin typeface="Inter Medium"/>
              <a:ea typeface="Inter Medium"/>
              <a:cs typeface="Inter Medium"/>
              <a:sym typeface="Inter Medium"/>
            </a:endParaRPr>
          </a:p>
        </p:txBody>
      </p:sp>
      <p:cxnSp>
        <p:nvCxnSpPr>
          <p:cNvPr id="571" name="Google Shape;571;p69"/>
          <p:cNvCxnSpPr/>
          <p:nvPr/>
        </p:nvCxnSpPr>
        <p:spPr>
          <a:xfrm>
            <a:off x="1615607" y="1396131"/>
            <a:ext cx="6926700" cy="0"/>
          </a:xfrm>
          <a:prstGeom prst="straightConnector1">
            <a:avLst/>
          </a:prstGeom>
          <a:noFill/>
          <a:ln cap="flat" cmpd="sng" w="9525">
            <a:solidFill>
              <a:srgbClr val="78909C"/>
            </a:solidFill>
            <a:prstDash val="solid"/>
            <a:round/>
            <a:headEnd len="med" w="med" type="none"/>
            <a:tailEnd len="med" w="med" type="none"/>
          </a:ln>
        </p:spPr>
      </p:cxnSp>
      <p:sp>
        <p:nvSpPr>
          <p:cNvPr id="572" name="Google Shape;572;p69"/>
          <p:cNvSpPr txBox="1"/>
          <p:nvPr/>
        </p:nvSpPr>
        <p:spPr>
          <a:xfrm>
            <a:off x="3299932" y="1207494"/>
            <a:ext cx="3150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Februari</a:t>
            </a:r>
            <a:endParaRPr sz="560">
              <a:solidFill>
                <a:srgbClr val="000000"/>
              </a:solidFill>
              <a:latin typeface="Inter Medium"/>
              <a:ea typeface="Inter Medium"/>
              <a:cs typeface="Inter Medium"/>
              <a:sym typeface="Inter Medium"/>
            </a:endParaRPr>
          </a:p>
        </p:txBody>
      </p:sp>
      <p:sp>
        <p:nvSpPr>
          <p:cNvPr id="573" name="Google Shape;573;p69"/>
          <p:cNvSpPr txBox="1"/>
          <p:nvPr/>
        </p:nvSpPr>
        <p:spPr>
          <a:xfrm>
            <a:off x="466215" y="1692277"/>
            <a:ext cx="1097100" cy="143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b="1" lang="en-GB" sz="600">
                <a:latin typeface="Inter"/>
                <a:ea typeface="Inter"/>
                <a:cs typeface="Inter"/>
                <a:sym typeface="Inter"/>
              </a:rPr>
              <a:t>Activity 2</a:t>
            </a:r>
            <a:endParaRPr b="1" sz="600">
              <a:solidFill>
                <a:srgbClr val="000000"/>
              </a:solidFill>
              <a:latin typeface="Inter"/>
              <a:ea typeface="Inter"/>
              <a:cs typeface="Inter"/>
              <a:sym typeface="Inter"/>
            </a:endParaRPr>
          </a:p>
        </p:txBody>
      </p:sp>
      <p:sp>
        <p:nvSpPr>
          <p:cNvPr id="574" name="Google Shape;574;p69"/>
          <p:cNvSpPr txBox="1"/>
          <p:nvPr/>
        </p:nvSpPr>
        <p:spPr>
          <a:xfrm>
            <a:off x="466215" y="1917191"/>
            <a:ext cx="1097100" cy="143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b="1" lang="en-GB" sz="600">
                <a:latin typeface="Inter"/>
                <a:ea typeface="Inter"/>
                <a:cs typeface="Inter"/>
                <a:sym typeface="Inter"/>
              </a:rPr>
              <a:t>Activity 3</a:t>
            </a:r>
            <a:endParaRPr b="1" sz="600">
              <a:solidFill>
                <a:srgbClr val="000000"/>
              </a:solidFill>
              <a:latin typeface="Inter"/>
              <a:ea typeface="Inter"/>
              <a:cs typeface="Inter"/>
              <a:sym typeface="Inter"/>
            </a:endParaRPr>
          </a:p>
        </p:txBody>
      </p:sp>
      <p:sp>
        <p:nvSpPr>
          <p:cNvPr id="575" name="Google Shape;575;p69"/>
          <p:cNvSpPr txBox="1"/>
          <p:nvPr/>
        </p:nvSpPr>
        <p:spPr>
          <a:xfrm>
            <a:off x="466215" y="2146073"/>
            <a:ext cx="1097100" cy="143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b="1" lang="en-GB" sz="600">
                <a:latin typeface="Inter"/>
                <a:ea typeface="Inter"/>
                <a:cs typeface="Inter"/>
                <a:sym typeface="Inter"/>
              </a:rPr>
              <a:t>Activity 4</a:t>
            </a:r>
            <a:endParaRPr b="1" sz="600">
              <a:solidFill>
                <a:srgbClr val="000000"/>
              </a:solidFill>
              <a:latin typeface="Inter"/>
              <a:ea typeface="Inter"/>
              <a:cs typeface="Inter"/>
              <a:sym typeface="Inter"/>
            </a:endParaRPr>
          </a:p>
        </p:txBody>
      </p:sp>
      <p:sp>
        <p:nvSpPr>
          <p:cNvPr id="576" name="Google Shape;576;p69"/>
          <p:cNvSpPr txBox="1"/>
          <p:nvPr/>
        </p:nvSpPr>
        <p:spPr>
          <a:xfrm>
            <a:off x="466225" y="2374412"/>
            <a:ext cx="1097100" cy="1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600">
                <a:solidFill>
                  <a:schemeClr val="dk1"/>
                </a:solidFill>
                <a:latin typeface="Inter"/>
                <a:ea typeface="Inter"/>
                <a:cs typeface="Inter"/>
                <a:sym typeface="Inter"/>
              </a:rPr>
              <a:t>Activity 5</a:t>
            </a:r>
            <a:endParaRPr b="1" sz="600">
              <a:latin typeface="Inter"/>
              <a:ea typeface="Inter"/>
              <a:cs typeface="Inter"/>
              <a:sym typeface="Inter"/>
            </a:endParaRPr>
          </a:p>
        </p:txBody>
      </p:sp>
      <p:sp>
        <p:nvSpPr>
          <p:cNvPr id="577" name="Google Shape;577;p69"/>
          <p:cNvSpPr txBox="1"/>
          <p:nvPr/>
        </p:nvSpPr>
        <p:spPr>
          <a:xfrm>
            <a:off x="466215" y="2579691"/>
            <a:ext cx="1097100" cy="143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600">
                <a:solidFill>
                  <a:schemeClr val="dk1"/>
                </a:solidFill>
                <a:latin typeface="Inter"/>
                <a:ea typeface="Inter"/>
                <a:cs typeface="Inter"/>
                <a:sym typeface="Inter"/>
              </a:rPr>
              <a:t>Activity 6</a:t>
            </a:r>
            <a:endParaRPr b="1" sz="600">
              <a:latin typeface="Inter"/>
              <a:ea typeface="Inter"/>
              <a:cs typeface="Inter"/>
              <a:sym typeface="Inter"/>
            </a:endParaRPr>
          </a:p>
        </p:txBody>
      </p:sp>
      <p:sp>
        <p:nvSpPr>
          <p:cNvPr id="578" name="Google Shape;578;p69"/>
          <p:cNvSpPr txBox="1"/>
          <p:nvPr/>
        </p:nvSpPr>
        <p:spPr>
          <a:xfrm>
            <a:off x="466225" y="2743775"/>
            <a:ext cx="1080900" cy="14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GB" sz="600">
                <a:latin typeface="Inter"/>
                <a:ea typeface="Inter"/>
                <a:cs typeface="Inter"/>
                <a:sym typeface="Inter"/>
              </a:rPr>
              <a:t>Activity 7</a:t>
            </a:r>
            <a:endParaRPr b="1" sz="600">
              <a:solidFill>
                <a:srgbClr val="000000"/>
              </a:solidFill>
              <a:latin typeface="Inter"/>
              <a:ea typeface="Inter"/>
              <a:cs typeface="Inter"/>
              <a:sym typeface="Inter"/>
            </a:endParaRPr>
          </a:p>
        </p:txBody>
      </p:sp>
      <p:sp>
        <p:nvSpPr>
          <p:cNvPr id="579" name="Google Shape;579;p69"/>
          <p:cNvSpPr txBox="1"/>
          <p:nvPr/>
        </p:nvSpPr>
        <p:spPr>
          <a:xfrm>
            <a:off x="3819072" y="1213563"/>
            <a:ext cx="2121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Maret</a:t>
            </a:r>
            <a:endParaRPr sz="560">
              <a:solidFill>
                <a:srgbClr val="000000"/>
              </a:solidFill>
              <a:latin typeface="Inter Medium"/>
              <a:ea typeface="Inter Medium"/>
              <a:cs typeface="Inter Medium"/>
              <a:sym typeface="Inter Medium"/>
            </a:endParaRPr>
          </a:p>
        </p:txBody>
      </p:sp>
      <p:sp>
        <p:nvSpPr>
          <p:cNvPr id="580" name="Google Shape;580;p69"/>
          <p:cNvSpPr txBox="1"/>
          <p:nvPr/>
        </p:nvSpPr>
        <p:spPr>
          <a:xfrm>
            <a:off x="4254572" y="1207494"/>
            <a:ext cx="3150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April</a:t>
            </a:r>
            <a:endParaRPr sz="560">
              <a:solidFill>
                <a:srgbClr val="000000"/>
              </a:solidFill>
              <a:latin typeface="Inter Medium"/>
              <a:ea typeface="Inter Medium"/>
              <a:cs typeface="Inter Medium"/>
              <a:sym typeface="Inter Medium"/>
            </a:endParaRPr>
          </a:p>
        </p:txBody>
      </p:sp>
      <p:sp>
        <p:nvSpPr>
          <p:cNvPr id="581" name="Google Shape;581;p69"/>
          <p:cNvSpPr txBox="1"/>
          <p:nvPr/>
        </p:nvSpPr>
        <p:spPr>
          <a:xfrm>
            <a:off x="4731858" y="1213563"/>
            <a:ext cx="3150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Mei</a:t>
            </a:r>
            <a:endParaRPr sz="560">
              <a:solidFill>
                <a:srgbClr val="000000"/>
              </a:solidFill>
              <a:latin typeface="Inter Medium"/>
              <a:ea typeface="Inter Medium"/>
              <a:cs typeface="Inter Medium"/>
              <a:sym typeface="Inter Medium"/>
            </a:endParaRPr>
          </a:p>
        </p:txBody>
      </p:sp>
      <p:sp>
        <p:nvSpPr>
          <p:cNvPr id="582" name="Google Shape;582;p69"/>
          <p:cNvSpPr txBox="1"/>
          <p:nvPr/>
        </p:nvSpPr>
        <p:spPr>
          <a:xfrm>
            <a:off x="5209178" y="1207494"/>
            <a:ext cx="3150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Juni</a:t>
            </a:r>
            <a:endParaRPr sz="560">
              <a:solidFill>
                <a:srgbClr val="000000"/>
              </a:solidFill>
              <a:latin typeface="Inter Medium"/>
              <a:ea typeface="Inter Medium"/>
              <a:cs typeface="Inter Medium"/>
              <a:sym typeface="Inter Medium"/>
            </a:endParaRPr>
          </a:p>
        </p:txBody>
      </p:sp>
      <p:sp>
        <p:nvSpPr>
          <p:cNvPr id="583" name="Google Shape;583;p69"/>
          <p:cNvSpPr txBox="1"/>
          <p:nvPr/>
        </p:nvSpPr>
        <p:spPr>
          <a:xfrm>
            <a:off x="5686482" y="1213563"/>
            <a:ext cx="3150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Juli</a:t>
            </a:r>
            <a:endParaRPr sz="560">
              <a:solidFill>
                <a:srgbClr val="000000"/>
              </a:solidFill>
              <a:latin typeface="Inter Medium"/>
              <a:ea typeface="Inter Medium"/>
              <a:cs typeface="Inter Medium"/>
              <a:sym typeface="Inter Medium"/>
            </a:endParaRPr>
          </a:p>
        </p:txBody>
      </p:sp>
      <p:sp>
        <p:nvSpPr>
          <p:cNvPr id="584" name="Google Shape;584;p69"/>
          <p:cNvSpPr txBox="1"/>
          <p:nvPr/>
        </p:nvSpPr>
        <p:spPr>
          <a:xfrm>
            <a:off x="6163789" y="1213563"/>
            <a:ext cx="3150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Agustus</a:t>
            </a:r>
            <a:endParaRPr sz="560">
              <a:solidFill>
                <a:srgbClr val="000000"/>
              </a:solidFill>
              <a:latin typeface="Inter Medium"/>
              <a:ea typeface="Inter Medium"/>
              <a:cs typeface="Inter Medium"/>
              <a:sym typeface="Inter Medium"/>
            </a:endParaRPr>
          </a:p>
        </p:txBody>
      </p:sp>
      <p:sp>
        <p:nvSpPr>
          <p:cNvPr id="585" name="Google Shape;585;p69"/>
          <p:cNvSpPr txBox="1"/>
          <p:nvPr/>
        </p:nvSpPr>
        <p:spPr>
          <a:xfrm>
            <a:off x="6582694" y="1213563"/>
            <a:ext cx="4320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September</a:t>
            </a:r>
            <a:endParaRPr sz="560">
              <a:solidFill>
                <a:srgbClr val="000000"/>
              </a:solidFill>
              <a:latin typeface="Inter Medium"/>
              <a:ea typeface="Inter Medium"/>
              <a:cs typeface="Inter Medium"/>
              <a:sym typeface="Inter Medium"/>
            </a:endParaRPr>
          </a:p>
        </p:txBody>
      </p:sp>
      <p:sp>
        <p:nvSpPr>
          <p:cNvPr id="586" name="Google Shape;586;p69"/>
          <p:cNvSpPr txBox="1"/>
          <p:nvPr/>
        </p:nvSpPr>
        <p:spPr>
          <a:xfrm>
            <a:off x="7118407" y="1213563"/>
            <a:ext cx="3150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Oktober</a:t>
            </a:r>
            <a:endParaRPr sz="560">
              <a:solidFill>
                <a:srgbClr val="000000"/>
              </a:solidFill>
              <a:latin typeface="Inter Medium"/>
              <a:ea typeface="Inter Medium"/>
              <a:cs typeface="Inter Medium"/>
              <a:sym typeface="Inter Medium"/>
            </a:endParaRPr>
          </a:p>
        </p:txBody>
      </p:sp>
      <p:sp>
        <p:nvSpPr>
          <p:cNvPr id="587" name="Google Shape;587;p69"/>
          <p:cNvSpPr txBox="1"/>
          <p:nvPr/>
        </p:nvSpPr>
        <p:spPr>
          <a:xfrm>
            <a:off x="7537323" y="1213563"/>
            <a:ext cx="4320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November</a:t>
            </a:r>
            <a:endParaRPr sz="560">
              <a:solidFill>
                <a:srgbClr val="000000"/>
              </a:solidFill>
              <a:latin typeface="Inter Medium"/>
              <a:ea typeface="Inter Medium"/>
              <a:cs typeface="Inter Medium"/>
              <a:sym typeface="Inter Medium"/>
            </a:endParaRPr>
          </a:p>
        </p:txBody>
      </p:sp>
      <p:sp>
        <p:nvSpPr>
          <p:cNvPr id="588" name="Google Shape;588;p69"/>
          <p:cNvSpPr txBox="1"/>
          <p:nvPr/>
        </p:nvSpPr>
        <p:spPr>
          <a:xfrm>
            <a:off x="8047809" y="1213563"/>
            <a:ext cx="4320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Desember</a:t>
            </a:r>
            <a:endParaRPr sz="560">
              <a:solidFill>
                <a:srgbClr val="000000"/>
              </a:solidFill>
              <a:latin typeface="Inter Medium"/>
              <a:ea typeface="Inter Medium"/>
              <a:cs typeface="Inter Medium"/>
              <a:sym typeface="Inter Medium"/>
            </a:endParaRPr>
          </a:p>
        </p:txBody>
      </p:sp>
      <p:cxnSp>
        <p:nvCxnSpPr>
          <p:cNvPr id="589" name="Google Shape;589;p69"/>
          <p:cNvCxnSpPr/>
          <p:nvPr/>
        </p:nvCxnSpPr>
        <p:spPr>
          <a:xfrm>
            <a:off x="2741543" y="1206046"/>
            <a:ext cx="0" cy="3360900"/>
          </a:xfrm>
          <a:prstGeom prst="straightConnector1">
            <a:avLst/>
          </a:prstGeom>
          <a:noFill/>
          <a:ln cap="flat" cmpd="sng" w="9525">
            <a:solidFill>
              <a:srgbClr val="78909C"/>
            </a:solidFill>
            <a:prstDash val="dot"/>
            <a:round/>
            <a:headEnd len="med" w="med" type="none"/>
            <a:tailEnd len="med" w="med" type="none"/>
          </a:ln>
        </p:spPr>
      </p:cxnSp>
      <p:cxnSp>
        <p:nvCxnSpPr>
          <p:cNvPr id="590" name="Google Shape;590;p69"/>
          <p:cNvCxnSpPr/>
          <p:nvPr/>
        </p:nvCxnSpPr>
        <p:spPr>
          <a:xfrm>
            <a:off x="3218853" y="1206046"/>
            <a:ext cx="0" cy="3360900"/>
          </a:xfrm>
          <a:prstGeom prst="straightConnector1">
            <a:avLst/>
          </a:prstGeom>
          <a:noFill/>
          <a:ln cap="flat" cmpd="sng" w="9525">
            <a:solidFill>
              <a:srgbClr val="78909C"/>
            </a:solidFill>
            <a:prstDash val="dot"/>
            <a:round/>
            <a:headEnd len="med" w="med" type="none"/>
            <a:tailEnd len="med" w="med" type="none"/>
          </a:ln>
        </p:spPr>
      </p:cxnSp>
      <p:cxnSp>
        <p:nvCxnSpPr>
          <p:cNvPr id="591" name="Google Shape;591;p69"/>
          <p:cNvCxnSpPr/>
          <p:nvPr/>
        </p:nvCxnSpPr>
        <p:spPr>
          <a:xfrm>
            <a:off x="3696162" y="1206046"/>
            <a:ext cx="0" cy="3360900"/>
          </a:xfrm>
          <a:prstGeom prst="straightConnector1">
            <a:avLst/>
          </a:prstGeom>
          <a:noFill/>
          <a:ln cap="flat" cmpd="sng" w="9525">
            <a:solidFill>
              <a:srgbClr val="78909C"/>
            </a:solidFill>
            <a:prstDash val="dot"/>
            <a:round/>
            <a:headEnd len="med" w="med" type="none"/>
            <a:tailEnd len="med" w="med" type="none"/>
          </a:ln>
        </p:spPr>
      </p:cxnSp>
      <p:cxnSp>
        <p:nvCxnSpPr>
          <p:cNvPr id="592" name="Google Shape;592;p69"/>
          <p:cNvCxnSpPr/>
          <p:nvPr/>
        </p:nvCxnSpPr>
        <p:spPr>
          <a:xfrm>
            <a:off x="4173472" y="1206046"/>
            <a:ext cx="0" cy="3360900"/>
          </a:xfrm>
          <a:prstGeom prst="straightConnector1">
            <a:avLst/>
          </a:prstGeom>
          <a:noFill/>
          <a:ln cap="flat" cmpd="sng" w="9525">
            <a:solidFill>
              <a:srgbClr val="78909C"/>
            </a:solidFill>
            <a:prstDash val="dot"/>
            <a:round/>
            <a:headEnd len="med" w="med" type="none"/>
            <a:tailEnd len="med" w="med" type="none"/>
          </a:ln>
        </p:spPr>
      </p:cxnSp>
      <p:cxnSp>
        <p:nvCxnSpPr>
          <p:cNvPr id="593" name="Google Shape;593;p69"/>
          <p:cNvCxnSpPr/>
          <p:nvPr/>
        </p:nvCxnSpPr>
        <p:spPr>
          <a:xfrm>
            <a:off x="4650781" y="1206046"/>
            <a:ext cx="0" cy="3360900"/>
          </a:xfrm>
          <a:prstGeom prst="straightConnector1">
            <a:avLst/>
          </a:prstGeom>
          <a:noFill/>
          <a:ln cap="flat" cmpd="sng" w="9525">
            <a:solidFill>
              <a:srgbClr val="78909C"/>
            </a:solidFill>
            <a:prstDash val="dot"/>
            <a:round/>
            <a:headEnd len="med" w="med" type="none"/>
            <a:tailEnd len="med" w="med" type="none"/>
          </a:ln>
        </p:spPr>
      </p:cxnSp>
      <p:cxnSp>
        <p:nvCxnSpPr>
          <p:cNvPr id="594" name="Google Shape;594;p69"/>
          <p:cNvCxnSpPr/>
          <p:nvPr/>
        </p:nvCxnSpPr>
        <p:spPr>
          <a:xfrm>
            <a:off x="5128091" y="1206046"/>
            <a:ext cx="0" cy="3360900"/>
          </a:xfrm>
          <a:prstGeom prst="straightConnector1">
            <a:avLst/>
          </a:prstGeom>
          <a:noFill/>
          <a:ln cap="flat" cmpd="sng" w="9525">
            <a:solidFill>
              <a:srgbClr val="78909C"/>
            </a:solidFill>
            <a:prstDash val="dot"/>
            <a:round/>
            <a:headEnd len="med" w="med" type="none"/>
            <a:tailEnd len="med" w="med" type="none"/>
          </a:ln>
        </p:spPr>
      </p:cxnSp>
      <p:cxnSp>
        <p:nvCxnSpPr>
          <p:cNvPr id="595" name="Google Shape;595;p69"/>
          <p:cNvCxnSpPr/>
          <p:nvPr/>
        </p:nvCxnSpPr>
        <p:spPr>
          <a:xfrm>
            <a:off x="6082710" y="1206046"/>
            <a:ext cx="0" cy="3360900"/>
          </a:xfrm>
          <a:prstGeom prst="straightConnector1">
            <a:avLst/>
          </a:prstGeom>
          <a:noFill/>
          <a:ln cap="flat" cmpd="sng" w="9525">
            <a:solidFill>
              <a:srgbClr val="78909C"/>
            </a:solidFill>
            <a:prstDash val="dot"/>
            <a:round/>
            <a:headEnd len="med" w="med" type="none"/>
            <a:tailEnd len="med" w="med" type="none"/>
          </a:ln>
        </p:spPr>
      </p:cxnSp>
      <p:cxnSp>
        <p:nvCxnSpPr>
          <p:cNvPr id="596" name="Google Shape;596;p69"/>
          <p:cNvCxnSpPr/>
          <p:nvPr/>
        </p:nvCxnSpPr>
        <p:spPr>
          <a:xfrm>
            <a:off x="6560019" y="1206046"/>
            <a:ext cx="0" cy="3360900"/>
          </a:xfrm>
          <a:prstGeom prst="straightConnector1">
            <a:avLst/>
          </a:prstGeom>
          <a:noFill/>
          <a:ln cap="flat" cmpd="sng" w="9525">
            <a:solidFill>
              <a:srgbClr val="78909C"/>
            </a:solidFill>
            <a:prstDash val="dot"/>
            <a:round/>
            <a:headEnd len="med" w="med" type="none"/>
            <a:tailEnd len="med" w="med" type="none"/>
          </a:ln>
        </p:spPr>
      </p:cxnSp>
      <p:cxnSp>
        <p:nvCxnSpPr>
          <p:cNvPr id="597" name="Google Shape;597;p69"/>
          <p:cNvCxnSpPr/>
          <p:nvPr/>
        </p:nvCxnSpPr>
        <p:spPr>
          <a:xfrm>
            <a:off x="7514638" y="1206046"/>
            <a:ext cx="0" cy="3360900"/>
          </a:xfrm>
          <a:prstGeom prst="straightConnector1">
            <a:avLst/>
          </a:prstGeom>
          <a:noFill/>
          <a:ln cap="flat" cmpd="sng" w="9525">
            <a:solidFill>
              <a:srgbClr val="78909C"/>
            </a:solidFill>
            <a:prstDash val="dot"/>
            <a:round/>
            <a:headEnd len="med" w="med" type="none"/>
            <a:tailEnd len="med" w="med" type="none"/>
          </a:ln>
        </p:spPr>
      </p:cxnSp>
      <p:cxnSp>
        <p:nvCxnSpPr>
          <p:cNvPr id="598" name="Google Shape;598;p69"/>
          <p:cNvCxnSpPr/>
          <p:nvPr/>
        </p:nvCxnSpPr>
        <p:spPr>
          <a:xfrm>
            <a:off x="7991948" y="1206046"/>
            <a:ext cx="0" cy="3360900"/>
          </a:xfrm>
          <a:prstGeom prst="straightConnector1">
            <a:avLst/>
          </a:prstGeom>
          <a:noFill/>
          <a:ln cap="flat" cmpd="sng" w="9525">
            <a:solidFill>
              <a:srgbClr val="78909C"/>
            </a:solidFill>
            <a:prstDash val="dot"/>
            <a:round/>
            <a:headEnd len="med" w="med" type="none"/>
            <a:tailEnd len="med" w="med" type="none"/>
          </a:ln>
        </p:spPr>
      </p:cxnSp>
      <p:pic>
        <p:nvPicPr>
          <p:cNvPr id="599" name="Google Shape;599;p69" title="Danantara_Indonesia_Logo_vector (Color).png"/>
          <p:cNvPicPr preferRelativeResize="0"/>
          <p:nvPr/>
        </p:nvPicPr>
        <p:blipFill>
          <a:blip r:embed="rId4">
            <a:alphaModFix/>
          </a:blip>
          <a:stretch>
            <a:fillRect/>
          </a:stretch>
        </p:blipFill>
        <p:spPr>
          <a:xfrm>
            <a:off x="606460" y="312684"/>
            <a:ext cx="816739" cy="459418"/>
          </a:xfrm>
          <a:prstGeom prst="rect">
            <a:avLst/>
          </a:prstGeom>
          <a:noFill/>
          <a:ln>
            <a:noFill/>
          </a:ln>
        </p:spPr>
      </p:pic>
      <p:pic>
        <p:nvPicPr>
          <p:cNvPr id="600" name="Google Shape;600;p69" title="Artboard 1.png"/>
          <p:cNvPicPr preferRelativeResize="0"/>
          <p:nvPr/>
        </p:nvPicPr>
        <p:blipFill>
          <a:blip r:embed="rId5">
            <a:alphaModFix/>
          </a:blip>
          <a:stretch>
            <a:fillRect/>
          </a:stretch>
        </p:blipFill>
        <p:spPr>
          <a:xfrm>
            <a:off x="7808962" y="430570"/>
            <a:ext cx="543480" cy="235477"/>
          </a:xfrm>
          <a:prstGeom prst="rect">
            <a:avLst/>
          </a:prstGeom>
          <a:noFill/>
          <a:ln>
            <a:noFill/>
          </a:ln>
        </p:spPr>
      </p:pic>
      <p:sp>
        <p:nvSpPr>
          <p:cNvPr id="601" name="Google Shape;601;p69"/>
          <p:cNvSpPr/>
          <p:nvPr/>
        </p:nvSpPr>
        <p:spPr>
          <a:xfrm>
            <a:off x="1556821" y="1002597"/>
            <a:ext cx="1184700" cy="143700"/>
          </a:xfrm>
          <a:prstGeom prst="rect">
            <a:avLst/>
          </a:prstGeom>
          <a:solidFill>
            <a:srgbClr val="71C5E8"/>
          </a:solidFill>
          <a:ln>
            <a:noFill/>
          </a:ln>
        </p:spPr>
        <p:txBody>
          <a:bodyPr anchorCtr="0" anchor="ctr" bIns="85375" lIns="85375" spcFirstLastPara="1" rIns="85375" wrap="square" tIns="85375">
            <a:noAutofit/>
          </a:bodyPr>
          <a:lstStyle/>
          <a:p>
            <a:pPr indent="0" lvl="0" marL="0" rtl="0" algn="ctr">
              <a:spcBef>
                <a:spcPts val="0"/>
              </a:spcBef>
              <a:spcAft>
                <a:spcPts val="0"/>
              </a:spcAft>
              <a:buNone/>
            </a:pPr>
            <a:r>
              <a:rPr lang="en-GB" sz="934"/>
              <a:t>2025</a:t>
            </a:r>
            <a:endParaRPr sz="934"/>
          </a:p>
        </p:txBody>
      </p:sp>
      <p:sp>
        <p:nvSpPr>
          <p:cNvPr id="602" name="Google Shape;602;p69"/>
          <p:cNvSpPr/>
          <p:nvPr/>
        </p:nvSpPr>
        <p:spPr>
          <a:xfrm>
            <a:off x="2741452" y="1002597"/>
            <a:ext cx="5800800" cy="143700"/>
          </a:xfrm>
          <a:prstGeom prst="rect">
            <a:avLst/>
          </a:prstGeom>
          <a:solidFill>
            <a:srgbClr val="307FE2"/>
          </a:solidFill>
          <a:ln>
            <a:noFill/>
          </a:ln>
        </p:spPr>
        <p:txBody>
          <a:bodyPr anchorCtr="0" anchor="ctr" bIns="85375" lIns="85375" spcFirstLastPara="1" rIns="85375" wrap="square" tIns="85375">
            <a:noAutofit/>
          </a:bodyPr>
          <a:lstStyle/>
          <a:p>
            <a:pPr indent="0" lvl="0" marL="0" rtl="0" algn="ctr">
              <a:spcBef>
                <a:spcPts val="0"/>
              </a:spcBef>
              <a:spcAft>
                <a:spcPts val="0"/>
              </a:spcAft>
              <a:buNone/>
            </a:pPr>
            <a:r>
              <a:rPr lang="en-GB" sz="934">
                <a:solidFill>
                  <a:srgbClr val="FFFFFF"/>
                </a:solidFill>
              </a:rPr>
              <a:t>2026</a:t>
            </a:r>
            <a:endParaRPr sz="934">
              <a:solidFill>
                <a:srgbClr val="FFFFFF"/>
              </a:solidFill>
            </a:endParaRPr>
          </a:p>
        </p:txBody>
      </p:sp>
      <p:sp>
        <p:nvSpPr>
          <p:cNvPr id="603" name="Google Shape;603;p69"/>
          <p:cNvSpPr txBox="1"/>
          <p:nvPr/>
        </p:nvSpPr>
        <p:spPr>
          <a:xfrm>
            <a:off x="515297" y="2925993"/>
            <a:ext cx="1032300" cy="14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600">
                <a:latin typeface="Inter"/>
                <a:ea typeface="Inter"/>
                <a:cs typeface="Inter"/>
                <a:sym typeface="Inter"/>
              </a:rPr>
              <a:t>Sub Activity 1</a:t>
            </a:r>
            <a:endParaRPr sz="600">
              <a:solidFill>
                <a:srgbClr val="000000"/>
              </a:solidFill>
              <a:latin typeface="Inter"/>
              <a:ea typeface="Inter"/>
              <a:cs typeface="Inter"/>
              <a:sym typeface="Inter"/>
            </a:endParaRPr>
          </a:p>
        </p:txBody>
      </p:sp>
      <p:sp>
        <p:nvSpPr>
          <p:cNvPr id="604" name="Google Shape;604;p69"/>
          <p:cNvSpPr txBox="1"/>
          <p:nvPr/>
        </p:nvSpPr>
        <p:spPr>
          <a:xfrm>
            <a:off x="515297" y="3082053"/>
            <a:ext cx="1032300" cy="14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600">
                <a:solidFill>
                  <a:schemeClr val="dk1"/>
                </a:solidFill>
                <a:latin typeface="Inter"/>
                <a:ea typeface="Inter"/>
                <a:cs typeface="Inter"/>
                <a:sym typeface="Inter"/>
              </a:rPr>
              <a:t>Sub Activity 2</a:t>
            </a:r>
            <a:endParaRPr sz="600">
              <a:latin typeface="Inter"/>
              <a:ea typeface="Inter"/>
              <a:cs typeface="Inter"/>
              <a:sym typeface="Inter"/>
            </a:endParaRPr>
          </a:p>
        </p:txBody>
      </p:sp>
      <p:sp>
        <p:nvSpPr>
          <p:cNvPr id="605" name="Google Shape;605;p69"/>
          <p:cNvSpPr txBox="1"/>
          <p:nvPr/>
        </p:nvSpPr>
        <p:spPr>
          <a:xfrm>
            <a:off x="515297" y="3238103"/>
            <a:ext cx="1032300" cy="14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600">
                <a:solidFill>
                  <a:schemeClr val="dk1"/>
                </a:solidFill>
                <a:latin typeface="Inter"/>
                <a:ea typeface="Inter"/>
                <a:cs typeface="Inter"/>
                <a:sym typeface="Inter"/>
              </a:rPr>
              <a:t>Sub Activity 3</a:t>
            </a:r>
            <a:endParaRPr sz="600">
              <a:latin typeface="Inter"/>
              <a:ea typeface="Inter"/>
              <a:cs typeface="Inter"/>
              <a:sym typeface="Inter"/>
            </a:endParaRPr>
          </a:p>
        </p:txBody>
      </p:sp>
      <p:sp>
        <p:nvSpPr>
          <p:cNvPr id="606" name="Google Shape;606;p69"/>
          <p:cNvSpPr txBox="1"/>
          <p:nvPr/>
        </p:nvSpPr>
        <p:spPr>
          <a:xfrm>
            <a:off x="515300" y="3427427"/>
            <a:ext cx="1032300" cy="14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600">
                <a:solidFill>
                  <a:schemeClr val="dk1"/>
                </a:solidFill>
                <a:latin typeface="Inter"/>
                <a:ea typeface="Inter"/>
                <a:cs typeface="Inter"/>
                <a:sym typeface="Inter"/>
              </a:rPr>
              <a:t>Sub Activity 4</a:t>
            </a:r>
            <a:endParaRPr sz="600">
              <a:latin typeface="Inter"/>
              <a:ea typeface="Inter"/>
              <a:cs typeface="Inter"/>
              <a:sym typeface="Inter"/>
            </a:endParaRPr>
          </a:p>
        </p:txBody>
      </p:sp>
      <p:sp>
        <p:nvSpPr>
          <p:cNvPr id="607" name="Google Shape;607;p69"/>
          <p:cNvSpPr txBox="1"/>
          <p:nvPr/>
        </p:nvSpPr>
        <p:spPr>
          <a:xfrm>
            <a:off x="513475" y="3605674"/>
            <a:ext cx="968400" cy="143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600">
                <a:solidFill>
                  <a:schemeClr val="dk1"/>
                </a:solidFill>
                <a:latin typeface="Inter"/>
                <a:ea typeface="Inter"/>
                <a:cs typeface="Inter"/>
                <a:sym typeface="Inter"/>
              </a:rPr>
              <a:t>Sub Activity 5</a:t>
            </a:r>
            <a:endParaRPr sz="600">
              <a:latin typeface="Inter"/>
              <a:ea typeface="Inter"/>
              <a:cs typeface="Inter"/>
              <a:sym typeface="Inter"/>
            </a:endParaRPr>
          </a:p>
        </p:txBody>
      </p:sp>
      <p:sp>
        <p:nvSpPr>
          <p:cNvPr id="608" name="Google Shape;608;p69"/>
          <p:cNvSpPr/>
          <p:nvPr/>
        </p:nvSpPr>
        <p:spPr>
          <a:xfrm>
            <a:off x="1912738" y="1484801"/>
            <a:ext cx="591600" cy="86400"/>
          </a:xfrm>
          <a:prstGeom prst="flowChartAlternateProcess">
            <a:avLst/>
          </a:prstGeom>
          <a:solidFill>
            <a:srgbClr val="307FE2"/>
          </a:solidFill>
          <a:ln>
            <a:noFill/>
          </a:ln>
        </p:spPr>
        <p:txBody>
          <a:bodyPr anchorCtr="0" anchor="ctr" bIns="85375" lIns="85375" spcFirstLastPara="1" rIns="85375" wrap="square" tIns="85375">
            <a:noAutofit/>
          </a:bodyPr>
          <a:lstStyle/>
          <a:p>
            <a:pPr indent="0" lvl="0" marL="0" rtl="0" algn="ctr">
              <a:spcBef>
                <a:spcPts val="0"/>
              </a:spcBef>
              <a:spcAft>
                <a:spcPts val="0"/>
              </a:spcAft>
              <a:buNone/>
            </a:pPr>
            <a:r>
              <a:rPr b="1" lang="en-GB" sz="560">
                <a:solidFill>
                  <a:srgbClr val="FFFFFF"/>
                </a:solidFill>
                <a:latin typeface="Inter"/>
                <a:ea typeface="Inter"/>
                <a:cs typeface="Inter"/>
                <a:sym typeface="Inter"/>
              </a:rPr>
              <a:t>100%</a:t>
            </a:r>
            <a:endParaRPr b="1" sz="560">
              <a:solidFill>
                <a:srgbClr val="FFFFFF"/>
              </a:solidFill>
              <a:latin typeface="Inter"/>
              <a:ea typeface="Inter"/>
              <a:cs typeface="Inter"/>
              <a:sym typeface="Inter"/>
            </a:endParaRPr>
          </a:p>
        </p:txBody>
      </p:sp>
      <p:sp>
        <p:nvSpPr>
          <p:cNvPr id="609" name="Google Shape;609;p69"/>
          <p:cNvSpPr txBox="1"/>
          <p:nvPr/>
        </p:nvSpPr>
        <p:spPr>
          <a:xfrm>
            <a:off x="5569670" y="2503167"/>
            <a:ext cx="432000" cy="2586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560">
                <a:solidFill>
                  <a:srgbClr val="000000"/>
                </a:solidFill>
                <a:latin typeface="Inter"/>
                <a:ea typeface="Inter"/>
                <a:cs typeface="Inter"/>
                <a:sym typeface="Inter"/>
              </a:rPr>
              <a:t>30 Jun</a:t>
            </a:r>
            <a:endParaRPr sz="560">
              <a:solidFill>
                <a:srgbClr val="000000"/>
              </a:solidFill>
              <a:latin typeface="Inter"/>
              <a:ea typeface="Inter"/>
              <a:cs typeface="Inter"/>
              <a:sym typeface="Inter"/>
            </a:endParaRPr>
          </a:p>
        </p:txBody>
      </p:sp>
      <p:sp>
        <p:nvSpPr>
          <p:cNvPr id="610" name="Google Shape;610;p69"/>
          <p:cNvSpPr txBox="1"/>
          <p:nvPr/>
        </p:nvSpPr>
        <p:spPr>
          <a:xfrm>
            <a:off x="6035634" y="2685385"/>
            <a:ext cx="432000" cy="2586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560">
                <a:solidFill>
                  <a:srgbClr val="000000"/>
                </a:solidFill>
                <a:latin typeface="Inter"/>
                <a:ea typeface="Inter"/>
                <a:cs typeface="Inter"/>
                <a:sym typeface="Inter"/>
              </a:rPr>
              <a:t>30 Jul</a:t>
            </a:r>
            <a:endParaRPr sz="560">
              <a:solidFill>
                <a:srgbClr val="000000"/>
              </a:solidFill>
              <a:latin typeface="Inter"/>
              <a:ea typeface="Inter"/>
              <a:cs typeface="Inter"/>
              <a:sym typeface="Inter"/>
            </a:endParaRPr>
          </a:p>
        </p:txBody>
      </p:sp>
      <p:sp>
        <p:nvSpPr>
          <p:cNvPr id="611" name="Google Shape;611;p69"/>
          <p:cNvSpPr txBox="1"/>
          <p:nvPr/>
        </p:nvSpPr>
        <p:spPr>
          <a:xfrm>
            <a:off x="6510320" y="2841459"/>
            <a:ext cx="432000" cy="2586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560">
                <a:solidFill>
                  <a:srgbClr val="000000"/>
                </a:solidFill>
                <a:latin typeface="Inter"/>
                <a:ea typeface="Inter"/>
                <a:cs typeface="Inter"/>
                <a:sym typeface="Inter"/>
              </a:rPr>
              <a:t>30 Aug</a:t>
            </a:r>
            <a:endParaRPr sz="560">
              <a:solidFill>
                <a:srgbClr val="000000"/>
              </a:solidFill>
              <a:latin typeface="Inter"/>
              <a:ea typeface="Inter"/>
              <a:cs typeface="Inter"/>
              <a:sym typeface="Inter"/>
            </a:endParaRPr>
          </a:p>
        </p:txBody>
      </p:sp>
      <p:sp>
        <p:nvSpPr>
          <p:cNvPr id="612" name="Google Shape;612;p69"/>
          <p:cNvSpPr txBox="1"/>
          <p:nvPr/>
        </p:nvSpPr>
        <p:spPr>
          <a:xfrm>
            <a:off x="6992893" y="2997509"/>
            <a:ext cx="432000" cy="2586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560">
                <a:solidFill>
                  <a:srgbClr val="000000"/>
                </a:solidFill>
                <a:latin typeface="Inter"/>
                <a:ea typeface="Inter"/>
                <a:cs typeface="Inter"/>
                <a:sym typeface="Inter"/>
              </a:rPr>
              <a:t>29 Sep</a:t>
            </a:r>
            <a:endParaRPr sz="560">
              <a:solidFill>
                <a:srgbClr val="000000"/>
              </a:solidFill>
              <a:latin typeface="Inter"/>
              <a:ea typeface="Inter"/>
              <a:cs typeface="Inter"/>
              <a:sym typeface="Inter"/>
            </a:endParaRPr>
          </a:p>
        </p:txBody>
      </p:sp>
      <p:sp>
        <p:nvSpPr>
          <p:cNvPr id="613" name="Google Shape;613;p69"/>
          <p:cNvSpPr txBox="1"/>
          <p:nvPr/>
        </p:nvSpPr>
        <p:spPr>
          <a:xfrm>
            <a:off x="7457541" y="3186871"/>
            <a:ext cx="432000" cy="2586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560">
                <a:solidFill>
                  <a:srgbClr val="000000"/>
                </a:solidFill>
                <a:latin typeface="Inter"/>
                <a:ea typeface="Inter"/>
                <a:cs typeface="Inter"/>
                <a:sym typeface="Inter"/>
              </a:rPr>
              <a:t>30 Okt</a:t>
            </a:r>
            <a:endParaRPr sz="560">
              <a:solidFill>
                <a:srgbClr val="000000"/>
              </a:solidFill>
              <a:latin typeface="Inter"/>
              <a:ea typeface="Inter"/>
              <a:cs typeface="Inter"/>
              <a:sym typeface="Inter"/>
            </a:endParaRPr>
          </a:p>
        </p:txBody>
      </p:sp>
      <p:sp>
        <p:nvSpPr>
          <p:cNvPr id="614" name="Google Shape;614;p69"/>
          <p:cNvSpPr txBox="1"/>
          <p:nvPr/>
        </p:nvSpPr>
        <p:spPr>
          <a:xfrm>
            <a:off x="7932919" y="3371240"/>
            <a:ext cx="432000" cy="2586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560">
                <a:solidFill>
                  <a:srgbClr val="000000"/>
                </a:solidFill>
                <a:latin typeface="Inter"/>
                <a:ea typeface="Inter"/>
                <a:cs typeface="Inter"/>
                <a:sym typeface="Inter"/>
              </a:rPr>
              <a:t>30 Nov</a:t>
            </a:r>
            <a:endParaRPr sz="560">
              <a:solidFill>
                <a:srgbClr val="000000"/>
              </a:solidFill>
              <a:latin typeface="Inter"/>
              <a:ea typeface="Inter"/>
              <a:cs typeface="Inter"/>
              <a:sym typeface="Inter"/>
            </a:endParaRPr>
          </a:p>
        </p:txBody>
      </p:sp>
      <p:sp>
        <p:nvSpPr>
          <p:cNvPr id="615" name="Google Shape;615;p69"/>
          <p:cNvSpPr txBox="1"/>
          <p:nvPr/>
        </p:nvSpPr>
        <p:spPr>
          <a:xfrm>
            <a:off x="1547203" y="238475"/>
            <a:ext cx="6132000" cy="546000"/>
          </a:xfrm>
          <a:prstGeom prst="rect">
            <a:avLst/>
          </a:prstGeom>
          <a:noFill/>
          <a:ln>
            <a:noFill/>
          </a:ln>
        </p:spPr>
        <p:txBody>
          <a:bodyPr anchorCtr="0" anchor="t" bIns="85375" lIns="85375" spcFirstLastPara="1" rIns="85375" wrap="square" tIns="85375">
            <a:spAutoFit/>
          </a:bodyPr>
          <a:lstStyle/>
          <a:p>
            <a:pPr indent="0" lvl="0" marL="0" rtl="0" algn="just">
              <a:spcBef>
                <a:spcPts val="0"/>
              </a:spcBef>
              <a:spcAft>
                <a:spcPts val="0"/>
              </a:spcAft>
              <a:buNone/>
            </a:pPr>
            <a:r>
              <a:rPr b="1" lang="en-GB" sz="1214">
                <a:solidFill>
                  <a:srgbClr val="00519B"/>
                </a:solidFill>
                <a:latin typeface="Inter"/>
                <a:ea typeface="Inter"/>
                <a:cs typeface="Inter"/>
                <a:sym typeface="Inter"/>
              </a:rPr>
              <a:t>Title Page</a:t>
            </a:r>
            <a:endParaRPr b="1" sz="1214">
              <a:solidFill>
                <a:srgbClr val="00519B"/>
              </a:solidFill>
              <a:latin typeface="Inter"/>
              <a:ea typeface="Inter"/>
              <a:cs typeface="Inter"/>
              <a:sym typeface="Inter"/>
            </a:endParaRPr>
          </a:p>
          <a:p>
            <a:pPr indent="0" lvl="0" marL="0" rtl="0" algn="just">
              <a:spcBef>
                <a:spcPts val="0"/>
              </a:spcBef>
              <a:spcAft>
                <a:spcPts val="0"/>
              </a:spcAft>
              <a:buNone/>
            </a:pPr>
            <a:r>
              <a:rPr b="1" lang="en-GB" sz="1214">
                <a:solidFill>
                  <a:srgbClr val="00519B"/>
                </a:solidFill>
                <a:latin typeface="Inter"/>
                <a:ea typeface="Inter"/>
                <a:cs typeface="Inter"/>
                <a:sym typeface="Inter"/>
              </a:rPr>
              <a:t>Lorem Ipsum</a:t>
            </a:r>
            <a:endParaRPr b="1" sz="1214">
              <a:solidFill>
                <a:srgbClr val="00519B"/>
              </a:solidFill>
              <a:latin typeface="Inter"/>
              <a:ea typeface="Inter"/>
              <a:cs typeface="Inter"/>
              <a:sym typeface="Inter"/>
            </a:endParaRPr>
          </a:p>
        </p:txBody>
      </p:sp>
      <p:sp>
        <p:nvSpPr>
          <p:cNvPr id="616" name="Google Shape;616;p69"/>
          <p:cNvSpPr txBox="1"/>
          <p:nvPr/>
        </p:nvSpPr>
        <p:spPr>
          <a:xfrm>
            <a:off x="1592373" y="1398537"/>
            <a:ext cx="432000" cy="2442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467">
                <a:solidFill>
                  <a:srgbClr val="000000"/>
                </a:solidFill>
                <a:latin typeface="Inter"/>
                <a:ea typeface="Inter"/>
                <a:cs typeface="Inter"/>
                <a:sym typeface="Inter"/>
              </a:rPr>
              <a:t>15 Nov</a:t>
            </a:r>
            <a:endParaRPr sz="467">
              <a:solidFill>
                <a:srgbClr val="000000"/>
              </a:solidFill>
              <a:latin typeface="Inter"/>
              <a:ea typeface="Inter"/>
              <a:cs typeface="Inter"/>
              <a:sym typeface="Inter"/>
            </a:endParaRPr>
          </a:p>
        </p:txBody>
      </p:sp>
      <p:sp>
        <p:nvSpPr>
          <p:cNvPr id="617" name="Google Shape;617;p69"/>
          <p:cNvSpPr txBox="1"/>
          <p:nvPr/>
        </p:nvSpPr>
        <p:spPr>
          <a:xfrm>
            <a:off x="2456803" y="1398570"/>
            <a:ext cx="432000" cy="2442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467">
                <a:solidFill>
                  <a:srgbClr val="000000"/>
                </a:solidFill>
                <a:latin typeface="Inter"/>
                <a:ea typeface="Inter"/>
                <a:cs typeface="Inter"/>
                <a:sym typeface="Inter"/>
              </a:rPr>
              <a:t>15 Des</a:t>
            </a:r>
            <a:endParaRPr sz="467">
              <a:solidFill>
                <a:srgbClr val="000000"/>
              </a:solidFill>
              <a:latin typeface="Inter"/>
              <a:ea typeface="Inter"/>
              <a:cs typeface="Inter"/>
              <a:sym typeface="Inter"/>
            </a:endParaRPr>
          </a:p>
        </p:txBody>
      </p:sp>
      <p:sp>
        <p:nvSpPr>
          <p:cNvPr id="618" name="Google Shape;618;p69"/>
          <p:cNvSpPr txBox="1"/>
          <p:nvPr/>
        </p:nvSpPr>
        <p:spPr>
          <a:xfrm>
            <a:off x="2203198" y="1642996"/>
            <a:ext cx="432000" cy="2442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467">
                <a:solidFill>
                  <a:srgbClr val="000000"/>
                </a:solidFill>
                <a:latin typeface="Inter"/>
                <a:ea typeface="Inter"/>
                <a:cs typeface="Inter"/>
                <a:sym typeface="Inter"/>
              </a:rPr>
              <a:t>15 Des</a:t>
            </a:r>
            <a:endParaRPr sz="467">
              <a:solidFill>
                <a:srgbClr val="000000"/>
              </a:solidFill>
              <a:latin typeface="Inter"/>
              <a:ea typeface="Inter"/>
              <a:cs typeface="Inter"/>
              <a:sym typeface="Inter"/>
            </a:endParaRPr>
          </a:p>
        </p:txBody>
      </p:sp>
      <p:sp>
        <p:nvSpPr>
          <p:cNvPr id="619" name="Google Shape;619;p69"/>
          <p:cNvSpPr txBox="1"/>
          <p:nvPr/>
        </p:nvSpPr>
        <p:spPr>
          <a:xfrm>
            <a:off x="4621140" y="1645947"/>
            <a:ext cx="432000" cy="2442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467">
                <a:solidFill>
                  <a:srgbClr val="000000"/>
                </a:solidFill>
                <a:latin typeface="Inter"/>
                <a:ea typeface="Inter"/>
                <a:cs typeface="Inter"/>
                <a:sym typeface="Inter"/>
              </a:rPr>
              <a:t>30 Apr</a:t>
            </a:r>
            <a:endParaRPr sz="467">
              <a:solidFill>
                <a:srgbClr val="000000"/>
              </a:solidFill>
              <a:latin typeface="Inter"/>
              <a:ea typeface="Inter"/>
              <a:cs typeface="Inter"/>
              <a:sym typeface="Inter"/>
            </a:endParaRPr>
          </a:p>
        </p:txBody>
      </p:sp>
      <p:sp>
        <p:nvSpPr>
          <p:cNvPr id="620" name="Google Shape;620;p69"/>
          <p:cNvSpPr txBox="1"/>
          <p:nvPr/>
        </p:nvSpPr>
        <p:spPr>
          <a:xfrm>
            <a:off x="1693509" y="1875625"/>
            <a:ext cx="432000" cy="2442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467">
                <a:solidFill>
                  <a:srgbClr val="000000"/>
                </a:solidFill>
                <a:latin typeface="Inter"/>
                <a:ea typeface="Inter"/>
                <a:cs typeface="Inter"/>
                <a:sym typeface="Inter"/>
              </a:rPr>
              <a:t>20 Nov</a:t>
            </a:r>
            <a:endParaRPr sz="467">
              <a:solidFill>
                <a:srgbClr val="000000"/>
              </a:solidFill>
              <a:latin typeface="Inter"/>
              <a:ea typeface="Inter"/>
              <a:cs typeface="Inter"/>
              <a:sym typeface="Inter"/>
            </a:endParaRPr>
          </a:p>
        </p:txBody>
      </p:sp>
      <p:sp>
        <p:nvSpPr>
          <p:cNvPr id="621" name="Google Shape;621;p69"/>
          <p:cNvSpPr txBox="1"/>
          <p:nvPr/>
        </p:nvSpPr>
        <p:spPr>
          <a:xfrm>
            <a:off x="4614030" y="1875263"/>
            <a:ext cx="432000" cy="2442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467">
                <a:solidFill>
                  <a:srgbClr val="000000"/>
                </a:solidFill>
                <a:latin typeface="Inter"/>
                <a:ea typeface="Inter"/>
                <a:cs typeface="Inter"/>
                <a:sym typeface="Inter"/>
              </a:rPr>
              <a:t>30 Apr</a:t>
            </a:r>
            <a:endParaRPr sz="467">
              <a:solidFill>
                <a:srgbClr val="000000"/>
              </a:solidFill>
              <a:latin typeface="Inter"/>
              <a:ea typeface="Inter"/>
              <a:cs typeface="Inter"/>
              <a:sym typeface="Inter"/>
            </a:endParaRPr>
          </a:p>
        </p:txBody>
      </p:sp>
      <p:sp>
        <p:nvSpPr>
          <p:cNvPr id="622" name="Google Shape;622;p69"/>
          <p:cNvSpPr txBox="1"/>
          <p:nvPr/>
        </p:nvSpPr>
        <p:spPr>
          <a:xfrm>
            <a:off x="4699848" y="2114854"/>
            <a:ext cx="432000" cy="2442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467">
                <a:solidFill>
                  <a:srgbClr val="000000"/>
                </a:solidFill>
                <a:latin typeface="Inter"/>
                <a:ea typeface="Inter"/>
                <a:cs typeface="Inter"/>
                <a:sym typeface="Inter"/>
              </a:rPr>
              <a:t>8 Mei</a:t>
            </a:r>
            <a:endParaRPr sz="467">
              <a:solidFill>
                <a:srgbClr val="000000"/>
              </a:solidFill>
              <a:latin typeface="Inter"/>
              <a:ea typeface="Inter"/>
              <a:cs typeface="Inter"/>
              <a:sym typeface="Inter"/>
            </a:endParaRPr>
          </a:p>
        </p:txBody>
      </p:sp>
      <p:sp>
        <p:nvSpPr>
          <p:cNvPr id="623" name="Google Shape;623;p69"/>
          <p:cNvSpPr txBox="1"/>
          <p:nvPr/>
        </p:nvSpPr>
        <p:spPr>
          <a:xfrm>
            <a:off x="5074229" y="2328091"/>
            <a:ext cx="679800" cy="3306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467">
                <a:solidFill>
                  <a:srgbClr val="000000"/>
                </a:solidFill>
                <a:latin typeface="Inter"/>
                <a:ea typeface="Inter"/>
                <a:cs typeface="Inter"/>
                <a:sym typeface="Inter"/>
              </a:rPr>
              <a:t>22-25 Mei </a:t>
            </a:r>
            <a:r>
              <a:rPr b="1" lang="en-GB" sz="560">
                <a:solidFill>
                  <a:srgbClr val="000000"/>
                </a:solidFill>
                <a:latin typeface="Inter"/>
                <a:ea typeface="Inter"/>
                <a:cs typeface="Inter"/>
                <a:sym typeface="Inter"/>
              </a:rPr>
              <a:t>🚀</a:t>
            </a:r>
            <a:endParaRPr b="1" sz="654">
              <a:solidFill>
                <a:srgbClr val="000000"/>
              </a:solidFill>
              <a:latin typeface="Inter"/>
              <a:ea typeface="Inter"/>
              <a:cs typeface="Inter"/>
              <a:sym typeface="Inter"/>
            </a:endParaRPr>
          </a:p>
          <a:p>
            <a:pPr indent="0" lvl="0" marL="0" rtl="0" algn="l">
              <a:spcBef>
                <a:spcPts val="0"/>
              </a:spcBef>
              <a:spcAft>
                <a:spcPts val="0"/>
              </a:spcAft>
              <a:buNone/>
            </a:pPr>
            <a:r>
              <a:t/>
            </a:r>
            <a:endParaRPr sz="467">
              <a:solidFill>
                <a:srgbClr val="000000"/>
              </a:solidFill>
              <a:latin typeface="Inter"/>
              <a:ea typeface="Inter"/>
              <a:cs typeface="Inter"/>
              <a:sym typeface="Inter"/>
            </a:endParaRPr>
          </a:p>
        </p:txBody>
      </p:sp>
      <p:sp>
        <p:nvSpPr>
          <p:cNvPr id="624" name="Google Shape;624;p69"/>
          <p:cNvSpPr txBox="1"/>
          <p:nvPr/>
        </p:nvSpPr>
        <p:spPr>
          <a:xfrm>
            <a:off x="8129775" y="3548236"/>
            <a:ext cx="679800" cy="330600"/>
          </a:xfrm>
          <a:prstGeom prst="rect">
            <a:avLst/>
          </a:prstGeom>
          <a:noFill/>
          <a:ln>
            <a:noFill/>
          </a:ln>
        </p:spPr>
        <p:txBody>
          <a:bodyPr anchorCtr="0" anchor="t" bIns="85375" lIns="85375" spcFirstLastPara="1" rIns="85375" wrap="square" tIns="85375">
            <a:spAutoFit/>
          </a:bodyPr>
          <a:lstStyle/>
          <a:p>
            <a:pPr indent="0" lvl="0" marL="0" rtl="0" algn="l">
              <a:spcBef>
                <a:spcPts val="0"/>
              </a:spcBef>
              <a:spcAft>
                <a:spcPts val="0"/>
              </a:spcAft>
              <a:buNone/>
            </a:pPr>
            <a:r>
              <a:rPr lang="en-GB" sz="467">
                <a:solidFill>
                  <a:srgbClr val="000000"/>
                </a:solidFill>
                <a:latin typeface="Inter"/>
                <a:ea typeface="Inter"/>
                <a:cs typeface="Inter"/>
                <a:sym typeface="Inter"/>
              </a:rPr>
              <a:t>11-14 Des </a:t>
            </a:r>
            <a:r>
              <a:rPr b="1" lang="en-GB" sz="560">
                <a:solidFill>
                  <a:srgbClr val="000000"/>
                </a:solidFill>
                <a:latin typeface="Inter"/>
                <a:ea typeface="Inter"/>
                <a:cs typeface="Inter"/>
                <a:sym typeface="Inter"/>
              </a:rPr>
              <a:t>🚀</a:t>
            </a:r>
            <a:endParaRPr b="1" sz="654">
              <a:solidFill>
                <a:srgbClr val="000000"/>
              </a:solidFill>
              <a:latin typeface="Inter"/>
              <a:ea typeface="Inter"/>
              <a:cs typeface="Inter"/>
              <a:sym typeface="Inter"/>
            </a:endParaRPr>
          </a:p>
          <a:p>
            <a:pPr indent="0" lvl="0" marL="0" rtl="0" algn="l">
              <a:spcBef>
                <a:spcPts val="0"/>
              </a:spcBef>
              <a:spcAft>
                <a:spcPts val="0"/>
              </a:spcAft>
              <a:buNone/>
            </a:pPr>
            <a:r>
              <a:t/>
            </a:r>
            <a:endParaRPr sz="467">
              <a:solidFill>
                <a:srgbClr val="000000"/>
              </a:solidFill>
              <a:latin typeface="Inter"/>
              <a:ea typeface="Inter"/>
              <a:cs typeface="Inter"/>
              <a:sym typeface="Inter"/>
            </a:endParaRPr>
          </a:p>
        </p:txBody>
      </p:sp>
      <p:sp>
        <p:nvSpPr>
          <p:cNvPr id="625" name="Google Shape;625;p69"/>
          <p:cNvSpPr/>
          <p:nvPr/>
        </p:nvSpPr>
        <p:spPr>
          <a:xfrm>
            <a:off x="224729" y="1143755"/>
            <a:ext cx="1329900" cy="258600"/>
          </a:xfrm>
          <a:prstGeom prst="rect">
            <a:avLst/>
          </a:prstGeom>
          <a:solidFill>
            <a:srgbClr val="F3F3F3"/>
          </a:solidFill>
          <a:ln>
            <a:noFill/>
          </a:ln>
        </p:spPr>
        <p:txBody>
          <a:bodyPr anchorCtr="0" anchor="ctr" bIns="85375" lIns="85375" spcFirstLastPara="1" rIns="85375" wrap="square" tIns="85375">
            <a:noAutofit/>
          </a:bodyPr>
          <a:lstStyle/>
          <a:p>
            <a:pPr indent="0" lvl="0" marL="0" rtl="0" algn="ctr">
              <a:spcBef>
                <a:spcPts val="0"/>
              </a:spcBef>
              <a:spcAft>
                <a:spcPts val="0"/>
              </a:spcAft>
              <a:buNone/>
            </a:pPr>
            <a:r>
              <a:rPr b="1" lang="en-GB" sz="600">
                <a:latin typeface="Inter"/>
                <a:ea typeface="Inter"/>
                <a:cs typeface="Inter"/>
                <a:sym typeface="Inter"/>
              </a:rPr>
              <a:t>Activity</a:t>
            </a:r>
            <a:endParaRPr b="1" sz="600">
              <a:latin typeface="Inter"/>
              <a:ea typeface="Inter"/>
              <a:cs typeface="Inter"/>
              <a:sym typeface="Inter"/>
            </a:endParaRPr>
          </a:p>
        </p:txBody>
      </p:sp>
      <p:sp>
        <p:nvSpPr>
          <p:cNvPr id="626" name="Google Shape;626;p69"/>
          <p:cNvSpPr/>
          <p:nvPr/>
        </p:nvSpPr>
        <p:spPr>
          <a:xfrm>
            <a:off x="2507948" y="1692288"/>
            <a:ext cx="2146200" cy="133500"/>
          </a:xfrm>
          <a:prstGeom prst="chevron">
            <a:avLst>
              <a:gd fmla="val 50000" name="adj"/>
            </a:avLst>
          </a:prstGeom>
          <a:solidFill>
            <a:srgbClr val="85DBFF"/>
          </a:solidFill>
          <a:ln>
            <a:noFill/>
          </a:ln>
        </p:spPr>
        <p:txBody>
          <a:bodyPr anchorCtr="0" anchor="ctr" bIns="85375" lIns="85375" spcFirstLastPara="1" rIns="85375" wrap="square" tIns="85375">
            <a:noAutofit/>
          </a:bodyPr>
          <a:lstStyle/>
          <a:p>
            <a:pPr indent="0" lvl="0" marL="0" rtl="0" algn="ctr">
              <a:spcBef>
                <a:spcPts val="0"/>
              </a:spcBef>
              <a:spcAft>
                <a:spcPts val="0"/>
              </a:spcAft>
              <a:buNone/>
            </a:pPr>
            <a:r>
              <a:rPr lang="en-GB" sz="560">
                <a:solidFill>
                  <a:srgbClr val="000000"/>
                </a:solidFill>
                <a:latin typeface="Inter"/>
                <a:ea typeface="Inter"/>
                <a:cs typeface="Inter"/>
                <a:sym typeface="Inter"/>
              </a:rPr>
              <a:t>60% (</a:t>
            </a:r>
            <a:r>
              <a:rPr lang="en-GB" sz="560">
                <a:latin typeface="Inter"/>
                <a:ea typeface="Inter"/>
                <a:cs typeface="Inter"/>
                <a:sym typeface="Inter"/>
              </a:rPr>
              <a:t>Keterangan</a:t>
            </a:r>
            <a:r>
              <a:rPr lang="en-GB" sz="560">
                <a:solidFill>
                  <a:srgbClr val="000000"/>
                </a:solidFill>
                <a:latin typeface="Inter"/>
                <a:ea typeface="Inter"/>
                <a:cs typeface="Inter"/>
                <a:sym typeface="Inter"/>
              </a:rPr>
              <a:t>)</a:t>
            </a:r>
            <a:endParaRPr sz="1307"/>
          </a:p>
        </p:txBody>
      </p:sp>
      <p:sp>
        <p:nvSpPr>
          <p:cNvPr id="627" name="Google Shape;627;p69"/>
          <p:cNvSpPr/>
          <p:nvPr/>
        </p:nvSpPr>
        <p:spPr>
          <a:xfrm>
            <a:off x="2013371" y="1922420"/>
            <a:ext cx="2640900" cy="133500"/>
          </a:xfrm>
          <a:prstGeom prst="chevron">
            <a:avLst>
              <a:gd fmla="val 50000" name="adj"/>
            </a:avLst>
          </a:prstGeom>
          <a:solidFill>
            <a:srgbClr val="85DBFF"/>
          </a:solidFill>
          <a:ln>
            <a:noFill/>
          </a:ln>
        </p:spPr>
        <p:txBody>
          <a:bodyPr anchorCtr="0" anchor="ctr" bIns="85375" lIns="85375" spcFirstLastPara="1" rIns="85375" wrap="square" tIns="85375">
            <a:noAutofit/>
          </a:bodyPr>
          <a:lstStyle/>
          <a:p>
            <a:pPr indent="0" lvl="0" marL="0" rtl="0" algn="ctr">
              <a:spcBef>
                <a:spcPts val="0"/>
              </a:spcBef>
              <a:spcAft>
                <a:spcPts val="0"/>
              </a:spcAft>
              <a:buNone/>
            </a:pPr>
            <a:r>
              <a:rPr lang="en-GB" sz="560">
                <a:solidFill>
                  <a:srgbClr val="000000"/>
                </a:solidFill>
                <a:latin typeface="Inter"/>
                <a:ea typeface="Inter"/>
                <a:cs typeface="Inter"/>
                <a:sym typeface="Inter"/>
              </a:rPr>
              <a:t>60% (</a:t>
            </a:r>
            <a:r>
              <a:rPr lang="en-GB" sz="560">
                <a:latin typeface="Inter"/>
                <a:ea typeface="Inter"/>
                <a:cs typeface="Inter"/>
                <a:sym typeface="Inter"/>
              </a:rPr>
              <a:t>Keterangan</a:t>
            </a:r>
            <a:r>
              <a:rPr lang="en-GB" sz="560">
                <a:solidFill>
                  <a:srgbClr val="000000"/>
                </a:solidFill>
                <a:latin typeface="Inter"/>
                <a:ea typeface="Inter"/>
                <a:cs typeface="Inter"/>
                <a:sym typeface="Inter"/>
              </a:rPr>
              <a:t>)</a:t>
            </a:r>
            <a:endParaRPr sz="1307"/>
          </a:p>
        </p:txBody>
      </p:sp>
      <p:sp>
        <p:nvSpPr>
          <p:cNvPr id="628" name="Google Shape;628;p69"/>
          <p:cNvSpPr/>
          <p:nvPr/>
        </p:nvSpPr>
        <p:spPr>
          <a:xfrm>
            <a:off x="1547203" y="2160942"/>
            <a:ext cx="3184800" cy="133500"/>
          </a:xfrm>
          <a:prstGeom prst="chevron">
            <a:avLst>
              <a:gd fmla="val 50000" name="adj"/>
            </a:avLst>
          </a:prstGeom>
          <a:solidFill>
            <a:srgbClr val="85DBFF"/>
          </a:solidFill>
          <a:ln>
            <a:noFill/>
          </a:ln>
        </p:spPr>
        <p:txBody>
          <a:bodyPr anchorCtr="0" anchor="ctr" bIns="85375" lIns="85375" spcFirstLastPara="1" rIns="85375" wrap="square" tIns="85375">
            <a:noAutofit/>
          </a:bodyPr>
          <a:lstStyle/>
          <a:p>
            <a:pPr indent="0" lvl="0" marL="0" rtl="0" algn="ctr">
              <a:spcBef>
                <a:spcPts val="0"/>
              </a:spcBef>
              <a:spcAft>
                <a:spcPts val="0"/>
              </a:spcAft>
              <a:buNone/>
            </a:pPr>
            <a:r>
              <a:rPr lang="en-GB" sz="560">
                <a:solidFill>
                  <a:srgbClr val="000000"/>
                </a:solidFill>
                <a:latin typeface="Inter"/>
                <a:ea typeface="Inter"/>
                <a:cs typeface="Inter"/>
                <a:sym typeface="Inter"/>
              </a:rPr>
              <a:t>84%</a:t>
            </a:r>
            <a:endParaRPr sz="1307"/>
          </a:p>
        </p:txBody>
      </p:sp>
      <p:sp>
        <p:nvSpPr>
          <p:cNvPr id="629" name="Google Shape;629;p69"/>
          <p:cNvSpPr/>
          <p:nvPr/>
        </p:nvSpPr>
        <p:spPr>
          <a:xfrm rot="10800000">
            <a:off x="4062613" y="905023"/>
            <a:ext cx="70200" cy="34500"/>
          </a:xfrm>
          <a:prstGeom prst="triangle">
            <a:avLst>
              <a:gd fmla="val 50000" name="adj"/>
            </a:avLst>
          </a:prstGeom>
          <a:solidFill>
            <a:srgbClr val="00519B"/>
          </a:solidFill>
          <a:ln>
            <a:noFill/>
          </a:ln>
        </p:spPr>
        <p:txBody>
          <a:bodyPr anchorCtr="0" anchor="ctr" bIns="85375" lIns="85375" spcFirstLastPara="1" rIns="85375" wrap="square" tIns="85375">
            <a:noAutofit/>
          </a:bodyPr>
          <a:lstStyle/>
          <a:p>
            <a:pPr indent="0" lvl="0" marL="0" rtl="0" algn="ctr">
              <a:spcBef>
                <a:spcPts val="0"/>
              </a:spcBef>
              <a:spcAft>
                <a:spcPts val="0"/>
              </a:spcAft>
              <a:buNone/>
            </a:pPr>
            <a:r>
              <a:t/>
            </a:r>
            <a:endParaRPr sz="1307"/>
          </a:p>
        </p:txBody>
      </p:sp>
      <p:cxnSp>
        <p:nvCxnSpPr>
          <p:cNvPr id="630" name="Google Shape;630;p69"/>
          <p:cNvCxnSpPr/>
          <p:nvPr/>
        </p:nvCxnSpPr>
        <p:spPr>
          <a:xfrm>
            <a:off x="4098516" y="949689"/>
            <a:ext cx="0" cy="3886200"/>
          </a:xfrm>
          <a:prstGeom prst="straightConnector1">
            <a:avLst/>
          </a:prstGeom>
          <a:noFill/>
          <a:ln cap="flat" cmpd="sng" w="8900">
            <a:solidFill>
              <a:srgbClr val="00519B"/>
            </a:solidFill>
            <a:prstDash val="dash"/>
            <a:round/>
            <a:headEnd len="med" w="med" type="none"/>
            <a:tailEnd len="med" w="med" type="none"/>
          </a:ln>
        </p:spPr>
      </p:cxnSp>
      <p:sp>
        <p:nvSpPr>
          <p:cNvPr id="631" name="Google Shape;631;p69"/>
          <p:cNvSpPr/>
          <p:nvPr/>
        </p:nvSpPr>
        <p:spPr>
          <a:xfrm>
            <a:off x="4812970" y="2400467"/>
            <a:ext cx="315000" cy="133500"/>
          </a:xfrm>
          <a:prstGeom prst="chevron">
            <a:avLst>
              <a:gd fmla="val 12439" name="adj"/>
            </a:avLst>
          </a:prstGeom>
          <a:solidFill>
            <a:srgbClr val="CCCCCC"/>
          </a:solidFill>
          <a:ln>
            <a:noFill/>
          </a:ln>
        </p:spPr>
        <p:txBody>
          <a:bodyPr anchorCtr="0" anchor="ctr" bIns="85375" lIns="85375" spcFirstLastPara="1" rIns="85375" wrap="square" tIns="85375">
            <a:noAutofit/>
          </a:bodyPr>
          <a:lstStyle/>
          <a:p>
            <a:pPr indent="0" lvl="0" marL="0" rtl="0" algn="l">
              <a:spcBef>
                <a:spcPts val="0"/>
              </a:spcBef>
              <a:spcAft>
                <a:spcPts val="0"/>
              </a:spcAft>
              <a:buNone/>
            </a:pPr>
            <a:r>
              <a:t/>
            </a:r>
            <a:endParaRPr sz="1307"/>
          </a:p>
        </p:txBody>
      </p:sp>
      <p:sp>
        <p:nvSpPr>
          <p:cNvPr id="632" name="Google Shape;632;p69"/>
          <p:cNvSpPr/>
          <p:nvPr/>
        </p:nvSpPr>
        <p:spPr>
          <a:xfrm>
            <a:off x="5137642" y="2565633"/>
            <a:ext cx="467700" cy="133500"/>
          </a:xfrm>
          <a:prstGeom prst="chevron">
            <a:avLst>
              <a:gd fmla="val 12439" name="adj"/>
            </a:avLst>
          </a:prstGeom>
          <a:solidFill>
            <a:srgbClr val="CCCCCC"/>
          </a:solidFill>
          <a:ln>
            <a:noFill/>
          </a:ln>
        </p:spPr>
        <p:txBody>
          <a:bodyPr anchorCtr="0" anchor="ctr" bIns="85375" lIns="85375" spcFirstLastPara="1" rIns="85375" wrap="square" tIns="85375">
            <a:noAutofit/>
          </a:bodyPr>
          <a:lstStyle/>
          <a:p>
            <a:pPr indent="0" lvl="0" marL="0" rtl="0" algn="l">
              <a:spcBef>
                <a:spcPts val="0"/>
              </a:spcBef>
              <a:spcAft>
                <a:spcPts val="0"/>
              </a:spcAft>
              <a:buNone/>
            </a:pPr>
            <a:r>
              <a:t/>
            </a:r>
            <a:endParaRPr sz="1307"/>
          </a:p>
        </p:txBody>
      </p:sp>
      <p:sp>
        <p:nvSpPr>
          <p:cNvPr id="633" name="Google Shape;633;p69"/>
          <p:cNvSpPr/>
          <p:nvPr/>
        </p:nvSpPr>
        <p:spPr>
          <a:xfrm>
            <a:off x="5610147" y="2747852"/>
            <a:ext cx="467700" cy="133500"/>
          </a:xfrm>
          <a:prstGeom prst="chevron">
            <a:avLst>
              <a:gd fmla="val 12439" name="adj"/>
            </a:avLst>
          </a:prstGeom>
          <a:solidFill>
            <a:srgbClr val="CCCCCC"/>
          </a:solidFill>
          <a:ln>
            <a:noFill/>
          </a:ln>
        </p:spPr>
        <p:txBody>
          <a:bodyPr anchorCtr="0" anchor="ctr" bIns="85375" lIns="85375" spcFirstLastPara="1" rIns="85375" wrap="square" tIns="85375">
            <a:noAutofit/>
          </a:bodyPr>
          <a:lstStyle/>
          <a:p>
            <a:pPr indent="0" lvl="0" marL="0" rtl="0" algn="l">
              <a:spcBef>
                <a:spcPts val="0"/>
              </a:spcBef>
              <a:spcAft>
                <a:spcPts val="0"/>
              </a:spcAft>
              <a:buNone/>
            </a:pPr>
            <a:r>
              <a:t/>
            </a:r>
            <a:endParaRPr sz="1307"/>
          </a:p>
        </p:txBody>
      </p:sp>
      <p:sp>
        <p:nvSpPr>
          <p:cNvPr id="634" name="Google Shape;634;p69"/>
          <p:cNvSpPr/>
          <p:nvPr/>
        </p:nvSpPr>
        <p:spPr>
          <a:xfrm>
            <a:off x="6087462" y="2907268"/>
            <a:ext cx="467700" cy="133500"/>
          </a:xfrm>
          <a:prstGeom prst="chevron">
            <a:avLst>
              <a:gd fmla="val 12439" name="adj"/>
            </a:avLst>
          </a:prstGeom>
          <a:solidFill>
            <a:srgbClr val="CCCCCC"/>
          </a:solidFill>
          <a:ln>
            <a:noFill/>
          </a:ln>
        </p:spPr>
        <p:txBody>
          <a:bodyPr anchorCtr="0" anchor="ctr" bIns="85375" lIns="85375" spcFirstLastPara="1" rIns="85375" wrap="square" tIns="85375">
            <a:noAutofit/>
          </a:bodyPr>
          <a:lstStyle/>
          <a:p>
            <a:pPr indent="0" lvl="0" marL="0" rtl="0" algn="l">
              <a:spcBef>
                <a:spcPts val="0"/>
              </a:spcBef>
              <a:spcAft>
                <a:spcPts val="0"/>
              </a:spcAft>
              <a:buNone/>
            </a:pPr>
            <a:r>
              <a:t/>
            </a:r>
            <a:endParaRPr sz="1307"/>
          </a:p>
        </p:txBody>
      </p:sp>
      <p:sp>
        <p:nvSpPr>
          <p:cNvPr id="635" name="Google Shape;635;p69"/>
          <p:cNvSpPr/>
          <p:nvPr/>
        </p:nvSpPr>
        <p:spPr>
          <a:xfrm>
            <a:off x="6564753" y="3059976"/>
            <a:ext cx="467700" cy="133500"/>
          </a:xfrm>
          <a:prstGeom prst="chevron">
            <a:avLst>
              <a:gd fmla="val 12439" name="adj"/>
            </a:avLst>
          </a:prstGeom>
          <a:solidFill>
            <a:srgbClr val="CCCCCC"/>
          </a:solidFill>
          <a:ln>
            <a:noFill/>
          </a:ln>
        </p:spPr>
        <p:txBody>
          <a:bodyPr anchorCtr="0" anchor="ctr" bIns="85375" lIns="85375" spcFirstLastPara="1" rIns="85375" wrap="square" tIns="85375">
            <a:noAutofit/>
          </a:bodyPr>
          <a:lstStyle/>
          <a:p>
            <a:pPr indent="0" lvl="0" marL="0" rtl="0" algn="l">
              <a:spcBef>
                <a:spcPts val="0"/>
              </a:spcBef>
              <a:spcAft>
                <a:spcPts val="0"/>
              </a:spcAft>
              <a:buNone/>
            </a:pPr>
            <a:r>
              <a:t/>
            </a:r>
            <a:endParaRPr sz="1307"/>
          </a:p>
        </p:txBody>
      </p:sp>
      <p:sp>
        <p:nvSpPr>
          <p:cNvPr id="636" name="Google Shape;636;p69"/>
          <p:cNvSpPr/>
          <p:nvPr/>
        </p:nvSpPr>
        <p:spPr>
          <a:xfrm>
            <a:off x="7042079" y="3256061"/>
            <a:ext cx="467700" cy="133500"/>
          </a:xfrm>
          <a:prstGeom prst="chevron">
            <a:avLst>
              <a:gd fmla="val 12439" name="adj"/>
            </a:avLst>
          </a:prstGeom>
          <a:solidFill>
            <a:srgbClr val="CCCCCC"/>
          </a:solidFill>
          <a:ln>
            <a:noFill/>
          </a:ln>
        </p:spPr>
        <p:txBody>
          <a:bodyPr anchorCtr="0" anchor="ctr" bIns="85375" lIns="85375" spcFirstLastPara="1" rIns="85375" wrap="square" tIns="85375">
            <a:noAutofit/>
          </a:bodyPr>
          <a:lstStyle/>
          <a:p>
            <a:pPr indent="0" lvl="0" marL="0" rtl="0" algn="l">
              <a:spcBef>
                <a:spcPts val="0"/>
              </a:spcBef>
              <a:spcAft>
                <a:spcPts val="0"/>
              </a:spcAft>
              <a:buNone/>
            </a:pPr>
            <a:r>
              <a:t/>
            </a:r>
            <a:endParaRPr sz="1307"/>
          </a:p>
        </p:txBody>
      </p:sp>
      <p:sp>
        <p:nvSpPr>
          <p:cNvPr id="637" name="Google Shape;637;p69"/>
          <p:cNvSpPr/>
          <p:nvPr/>
        </p:nvSpPr>
        <p:spPr>
          <a:xfrm>
            <a:off x="7519394" y="3433718"/>
            <a:ext cx="467700" cy="133500"/>
          </a:xfrm>
          <a:prstGeom prst="chevron">
            <a:avLst>
              <a:gd fmla="val 12439" name="adj"/>
            </a:avLst>
          </a:prstGeom>
          <a:solidFill>
            <a:srgbClr val="CCCCCC"/>
          </a:solidFill>
          <a:ln>
            <a:noFill/>
          </a:ln>
        </p:spPr>
        <p:txBody>
          <a:bodyPr anchorCtr="0" anchor="ctr" bIns="85375" lIns="85375" spcFirstLastPara="1" rIns="85375" wrap="square" tIns="85375">
            <a:noAutofit/>
          </a:bodyPr>
          <a:lstStyle/>
          <a:p>
            <a:pPr indent="0" lvl="0" marL="0" rtl="0" algn="l">
              <a:spcBef>
                <a:spcPts val="0"/>
              </a:spcBef>
              <a:spcAft>
                <a:spcPts val="0"/>
              </a:spcAft>
              <a:buNone/>
            </a:pPr>
            <a:r>
              <a:t/>
            </a:r>
            <a:endParaRPr sz="1307"/>
          </a:p>
        </p:txBody>
      </p:sp>
      <p:sp>
        <p:nvSpPr>
          <p:cNvPr id="638" name="Google Shape;638;p69"/>
          <p:cNvSpPr/>
          <p:nvPr/>
        </p:nvSpPr>
        <p:spPr>
          <a:xfrm>
            <a:off x="8045954" y="3611405"/>
            <a:ext cx="129300" cy="133500"/>
          </a:xfrm>
          <a:prstGeom prst="chevron">
            <a:avLst>
              <a:gd fmla="val 12439" name="adj"/>
            </a:avLst>
          </a:prstGeom>
          <a:solidFill>
            <a:srgbClr val="CCCCCC"/>
          </a:solidFill>
          <a:ln>
            <a:noFill/>
          </a:ln>
        </p:spPr>
        <p:txBody>
          <a:bodyPr anchorCtr="0" anchor="ctr" bIns="85375" lIns="85375" spcFirstLastPara="1" rIns="85375" wrap="square" tIns="85375">
            <a:noAutofit/>
          </a:bodyPr>
          <a:lstStyle/>
          <a:p>
            <a:pPr indent="0" lvl="0" marL="0" rtl="0" algn="l">
              <a:spcBef>
                <a:spcPts val="0"/>
              </a:spcBef>
              <a:spcAft>
                <a:spcPts val="0"/>
              </a:spcAft>
              <a:buNone/>
            </a:pPr>
            <a:r>
              <a:t/>
            </a:r>
            <a:endParaRPr sz="1307"/>
          </a:p>
        </p:txBody>
      </p:sp>
      <p:sp>
        <p:nvSpPr>
          <p:cNvPr id="639" name="Google Shape;639;p69"/>
          <p:cNvSpPr/>
          <p:nvPr/>
        </p:nvSpPr>
        <p:spPr>
          <a:xfrm>
            <a:off x="6163772" y="853736"/>
            <a:ext cx="86400" cy="86400"/>
          </a:xfrm>
          <a:prstGeom prst="roundRect">
            <a:avLst>
              <a:gd fmla="val 16667" name="adj"/>
            </a:avLst>
          </a:prstGeom>
          <a:solidFill>
            <a:srgbClr val="CCCCCC"/>
          </a:solidFill>
          <a:ln>
            <a:noFill/>
          </a:ln>
        </p:spPr>
        <p:txBody>
          <a:bodyPr anchorCtr="0" anchor="ctr" bIns="85375" lIns="85375" spcFirstLastPara="1" rIns="85375" wrap="square" tIns="85375">
            <a:noAutofit/>
          </a:bodyPr>
          <a:lstStyle/>
          <a:p>
            <a:pPr indent="0" lvl="0" marL="0" rtl="0" algn="ctr">
              <a:spcBef>
                <a:spcPts val="0"/>
              </a:spcBef>
              <a:spcAft>
                <a:spcPts val="0"/>
              </a:spcAft>
              <a:buNone/>
            </a:pPr>
            <a:r>
              <a:t/>
            </a:r>
            <a:endParaRPr sz="1307"/>
          </a:p>
        </p:txBody>
      </p:sp>
      <p:sp>
        <p:nvSpPr>
          <p:cNvPr id="640" name="Google Shape;640;p69"/>
          <p:cNvSpPr/>
          <p:nvPr/>
        </p:nvSpPr>
        <p:spPr>
          <a:xfrm>
            <a:off x="7507663" y="853736"/>
            <a:ext cx="86400" cy="86400"/>
          </a:xfrm>
          <a:prstGeom prst="roundRect">
            <a:avLst>
              <a:gd fmla="val 16667" name="adj"/>
            </a:avLst>
          </a:prstGeom>
          <a:solidFill>
            <a:srgbClr val="307FE2"/>
          </a:solidFill>
          <a:ln>
            <a:noFill/>
          </a:ln>
        </p:spPr>
        <p:txBody>
          <a:bodyPr anchorCtr="0" anchor="ctr" bIns="85375" lIns="85375" spcFirstLastPara="1" rIns="85375" wrap="square" tIns="85375">
            <a:noAutofit/>
          </a:bodyPr>
          <a:lstStyle/>
          <a:p>
            <a:pPr indent="0" lvl="0" marL="0" rtl="0" algn="ctr">
              <a:spcBef>
                <a:spcPts val="0"/>
              </a:spcBef>
              <a:spcAft>
                <a:spcPts val="0"/>
              </a:spcAft>
              <a:buNone/>
            </a:pPr>
            <a:r>
              <a:t/>
            </a:r>
            <a:endParaRPr sz="1307"/>
          </a:p>
        </p:txBody>
      </p:sp>
      <p:sp>
        <p:nvSpPr>
          <p:cNvPr id="641" name="Google Shape;641;p69"/>
          <p:cNvSpPr/>
          <p:nvPr/>
        </p:nvSpPr>
        <p:spPr>
          <a:xfrm>
            <a:off x="6871450" y="847294"/>
            <a:ext cx="86400" cy="86400"/>
          </a:xfrm>
          <a:prstGeom prst="roundRect">
            <a:avLst>
              <a:gd fmla="val 16667" name="adj"/>
            </a:avLst>
          </a:prstGeom>
          <a:solidFill>
            <a:srgbClr val="85DBFF"/>
          </a:solidFill>
          <a:ln>
            <a:noFill/>
          </a:ln>
        </p:spPr>
        <p:txBody>
          <a:bodyPr anchorCtr="0" anchor="ctr" bIns="85375" lIns="85375" spcFirstLastPara="1" rIns="85375" wrap="square" tIns="85375">
            <a:noAutofit/>
          </a:bodyPr>
          <a:lstStyle/>
          <a:p>
            <a:pPr indent="0" lvl="0" marL="0" rtl="0" algn="ctr">
              <a:spcBef>
                <a:spcPts val="0"/>
              </a:spcBef>
              <a:spcAft>
                <a:spcPts val="0"/>
              </a:spcAft>
              <a:buNone/>
            </a:pPr>
            <a:r>
              <a:t/>
            </a:r>
            <a:endParaRPr sz="1307"/>
          </a:p>
        </p:txBody>
      </p:sp>
      <p:sp>
        <p:nvSpPr>
          <p:cNvPr id="642" name="Google Shape;642;p69"/>
          <p:cNvSpPr txBox="1"/>
          <p:nvPr/>
        </p:nvSpPr>
        <p:spPr>
          <a:xfrm>
            <a:off x="6278868" y="847299"/>
            <a:ext cx="4320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Not started</a:t>
            </a:r>
            <a:endParaRPr sz="560">
              <a:solidFill>
                <a:srgbClr val="000000"/>
              </a:solidFill>
              <a:latin typeface="Inter Medium"/>
              <a:ea typeface="Inter Medium"/>
              <a:cs typeface="Inter Medium"/>
              <a:sym typeface="Inter Medium"/>
            </a:endParaRPr>
          </a:p>
        </p:txBody>
      </p:sp>
      <p:sp>
        <p:nvSpPr>
          <p:cNvPr id="643" name="Google Shape;643;p69"/>
          <p:cNvSpPr txBox="1"/>
          <p:nvPr/>
        </p:nvSpPr>
        <p:spPr>
          <a:xfrm>
            <a:off x="6995696" y="847299"/>
            <a:ext cx="3393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Ongoing</a:t>
            </a:r>
            <a:endParaRPr sz="560">
              <a:solidFill>
                <a:srgbClr val="000000"/>
              </a:solidFill>
              <a:latin typeface="Inter Medium"/>
              <a:ea typeface="Inter Medium"/>
              <a:cs typeface="Inter Medium"/>
              <a:sym typeface="Inter Medium"/>
            </a:endParaRPr>
          </a:p>
        </p:txBody>
      </p:sp>
      <p:sp>
        <p:nvSpPr>
          <p:cNvPr id="644" name="Google Shape;644;p69"/>
          <p:cNvSpPr txBox="1"/>
          <p:nvPr/>
        </p:nvSpPr>
        <p:spPr>
          <a:xfrm>
            <a:off x="7609816" y="851681"/>
            <a:ext cx="2556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Done</a:t>
            </a:r>
            <a:endParaRPr sz="560">
              <a:solidFill>
                <a:srgbClr val="000000"/>
              </a:solidFill>
              <a:latin typeface="Inter Medium"/>
              <a:ea typeface="Inter Medium"/>
              <a:cs typeface="Inter Medium"/>
              <a:sym typeface="Inter Medium"/>
            </a:endParaRPr>
          </a:p>
        </p:txBody>
      </p:sp>
      <p:sp>
        <p:nvSpPr>
          <p:cNvPr id="645" name="Google Shape;645;p69"/>
          <p:cNvSpPr txBox="1"/>
          <p:nvPr/>
        </p:nvSpPr>
        <p:spPr>
          <a:xfrm>
            <a:off x="3888153" y="801757"/>
            <a:ext cx="4320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We are here</a:t>
            </a:r>
            <a:endParaRPr sz="560">
              <a:solidFill>
                <a:srgbClr val="000000"/>
              </a:solidFill>
              <a:latin typeface="Inter Medium"/>
              <a:ea typeface="Inter Medium"/>
              <a:cs typeface="Inter Medium"/>
              <a:sym typeface="Inter Medium"/>
            </a:endParaRPr>
          </a:p>
        </p:txBody>
      </p:sp>
      <p:cxnSp>
        <p:nvCxnSpPr>
          <p:cNvPr id="646" name="Google Shape;646;p69"/>
          <p:cNvCxnSpPr>
            <a:stCxn id="576" idx="3"/>
            <a:endCxn id="631" idx="1"/>
          </p:cNvCxnSpPr>
          <p:nvPr/>
        </p:nvCxnSpPr>
        <p:spPr>
          <a:xfrm>
            <a:off x="1563325" y="2441162"/>
            <a:ext cx="3266400" cy="26100"/>
          </a:xfrm>
          <a:prstGeom prst="straightConnector1">
            <a:avLst/>
          </a:prstGeom>
          <a:noFill/>
          <a:ln cap="flat" cmpd="sng" w="9525">
            <a:solidFill>
              <a:srgbClr val="78909C"/>
            </a:solidFill>
            <a:prstDash val="dot"/>
            <a:round/>
            <a:headEnd len="med" w="med" type="none"/>
            <a:tailEnd len="med" w="med" type="none"/>
          </a:ln>
        </p:spPr>
      </p:cxnSp>
      <p:cxnSp>
        <p:nvCxnSpPr>
          <p:cNvPr id="647" name="Google Shape;647;p69"/>
          <p:cNvCxnSpPr/>
          <p:nvPr/>
        </p:nvCxnSpPr>
        <p:spPr>
          <a:xfrm>
            <a:off x="1561225" y="2645336"/>
            <a:ext cx="3579300" cy="0"/>
          </a:xfrm>
          <a:prstGeom prst="straightConnector1">
            <a:avLst/>
          </a:prstGeom>
          <a:noFill/>
          <a:ln cap="flat" cmpd="sng" w="9525">
            <a:solidFill>
              <a:srgbClr val="78909C"/>
            </a:solidFill>
            <a:prstDash val="dot"/>
            <a:round/>
            <a:headEnd len="med" w="med" type="none"/>
            <a:tailEnd len="med" w="med" type="none"/>
          </a:ln>
        </p:spPr>
      </p:cxnSp>
      <p:cxnSp>
        <p:nvCxnSpPr>
          <p:cNvPr id="648" name="Google Shape;648;p69"/>
          <p:cNvCxnSpPr/>
          <p:nvPr/>
        </p:nvCxnSpPr>
        <p:spPr>
          <a:xfrm>
            <a:off x="1547675" y="3677535"/>
            <a:ext cx="6516300" cy="0"/>
          </a:xfrm>
          <a:prstGeom prst="straightConnector1">
            <a:avLst/>
          </a:prstGeom>
          <a:noFill/>
          <a:ln cap="flat" cmpd="sng" w="9525">
            <a:solidFill>
              <a:srgbClr val="78909C"/>
            </a:solidFill>
            <a:prstDash val="dot"/>
            <a:round/>
            <a:headEnd len="med" w="med" type="none"/>
            <a:tailEnd len="med" w="med" type="none"/>
          </a:ln>
        </p:spPr>
      </p:cxnSp>
      <p:cxnSp>
        <p:nvCxnSpPr>
          <p:cNvPr id="649" name="Google Shape;649;p69"/>
          <p:cNvCxnSpPr/>
          <p:nvPr/>
        </p:nvCxnSpPr>
        <p:spPr>
          <a:xfrm>
            <a:off x="1547366" y="3499273"/>
            <a:ext cx="5967300" cy="0"/>
          </a:xfrm>
          <a:prstGeom prst="straightConnector1">
            <a:avLst/>
          </a:prstGeom>
          <a:noFill/>
          <a:ln cap="flat" cmpd="sng" w="9525">
            <a:solidFill>
              <a:srgbClr val="78909C"/>
            </a:solidFill>
            <a:prstDash val="dot"/>
            <a:round/>
            <a:headEnd len="med" w="med" type="none"/>
            <a:tailEnd len="med" w="med" type="none"/>
          </a:ln>
        </p:spPr>
      </p:cxnSp>
      <p:cxnSp>
        <p:nvCxnSpPr>
          <p:cNvPr id="650" name="Google Shape;650;p69"/>
          <p:cNvCxnSpPr/>
          <p:nvPr/>
        </p:nvCxnSpPr>
        <p:spPr>
          <a:xfrm>
            <a:off x="1568000" y="3316161"/>
            <a:ext cx="5469300" cy="0"/>
          </a:xfrm>
          <a:prstGeom prst="straightConnector1">
            <a:avLst/>
          </a:prstGeom>
          <a:noFill/>
          <a:ln cap="flat" cmpd="sng" w="9525">
            <a:solidFill>
              <a:srgbClr val="78909C"/>
            </a:solidFill>
            <a:prstDash val="dot"/>
            <a:round/>
            <a:headEnd len="med" w="med" type="none"/>
            <a:tailEnd len="med" w="med" type="none"/>
          </a:ln>
        </p:spPr>
      </p:cxnSp>
      <p:cxnSp>
        <p:nvCxnSpPr>
          <p:cNvPr id="651" name="Google Shape;651;p69"/>
          <p:cNvCxnSpPr/>
          <p:nvPr/>
        </p:nvCxnSpPr>
        <p:spPr>
          <a:xfrm>
            <a:off x="1547675" y="3145686"/>
            <a:ext cx="5016600" cy="0"/>
          </a:xfrm>
          <a:prstGeom prst="straightConnector1">
            <a:avLst/>
          </a:prstGeom>
          <a:noFill/>
          <a:ln cap="flat" cmpd="sng" w="9525">
            <a:solidFill>
              <a:srgbClr val="78909C"/>
            </a:solidFill>
            <a:prstDash val="dot"/>
            <a:round/>
            <a:headEnd len="med" w="med" type="none"/>
            <a:tailEnd len="med" w="med" type="none"/>
          </a:ln>
        </p:spPr>
      </p:cxnSp>
      <p:cxnSp>
        <p:nvCxnSpPr>
          <p:cNvPr id="652" name="Google Shape;652;p69"/>
          <p:cNvCxnSpPr>
            <a:stCxn id="603" idx="3"/>
            <a:endCxn id="634" idx="1"/>
          </p:cNvCxnSpPr>
          <p:nvPr/>
        </p:nvCxnSpPr>
        <p:spPr>
          <a:xfrm flipH="1" rot="10800000">
            <a:off x="1547597" y="2974143"/>
            <a:ext cx="4556400" cy="23700"/>
          </a:xfrm>
          <a:prstGeom prst="straightConnector1">
            <a:avLst/>
          </a:prstGeom>
          <a:noFill/>
          <a:ln cap="flat" cmpd="sng" w="9525">
            <a:solidFill>
              <a:srgbClr val="78909C"/>
            </a:solidFill>
            <a:prstDash val="dot"/>
            <a:round/>
            <a:headEnd len="med" w="med" type="none"/>
            <a:tailEnd len="med" w="med" type="none"/>
          </a:ln>
        </p:spPr>
      </p:cxnSp>
      <p:cxnSp>
        <p:nvCxnSpPr>
          <p:cNvPr id="653" name="Google Shape;653;p69"/>
          <p:cNvCxnSpPr>
            <a:endCxn id="633" idx="1"/>
          </p:cNvCxnSpPr>
          <p:nvPr/>
        </p:nvCxnSpPr>
        <p:spPr>
          <a:xfrm>
            <a:off x="1556954" y="2796002"/>
            <a:ext cx="4069800" cy="18600"/>
          </a:xfrm>
          <a:prstGeom prst="straightConnector1">
            <a:avLst/>
          </a:prstGeom>
          <a:noFill/>
          <a:ln cap="flat" cmpd="sng" w="9525">
            <a:solidFill>
              <a:srgbClr val="78909C"/>
            </a:solidFill>
            <a:prstDash val="dot"/>
            <a:round/>
            <a:headEnd len="med" w="med" type="none"/>
            <a:tailEnd len="med" w="med" type="none"/>
          </a:ln>
        </p:spPr>
      </p:cxnSp>
      <p:sp>
        <p:nvSpPr>
          <p:cNvPr id="654" name="Google Shape;654;p69"/>
          <p:cNvSpPr/>
          <p:nvPr/>
        </p:nvSpPr>
        <p:spPr>
          <a:xfrm>
            <a:off x="8038026" y="853736"/>
            <a:ext cx="86400" cy="86400"/>
          </a:xfrm>
          <a:prstGeom prst="roundRect">
            <a:avLst>
              <a:gd fmla="val 16667" name="adj"/>
            </a:avLst>
          </a:prstGeom>
          <a:solidFill>
            <a:srgbClr val="F5FAFF"/>
          </a:solidFill>
          <a:ln cap="flat" cmpd="sng" w="8900">
            <a:solidFill>
              <a:srgbClr val="595959"/>
            </a:solidFill>
            <a:prstDash val="solid"/>
            <a:round/>
            <a:headEnd len="sm" w="sm" type="none"/>
            <a:tailEnd len="sm" w="sm" type="none"/>
          </a:ln>
        </p:spPr>
        <p:txBody>
          <a:bodyPr anchorCtr="0" anchor="ctr" bIns="85375" lIns="85375" spcFirstLastPara="1" rIns="85375" wrap="square" tIns="85375">
            <a:noAutofit/>
          </a:bodyPr>
          <a:lstStyle/>
          <a:p>
            <a:pPr indent="0" lvl="0" marL="0" rtl="0" algn="ctr">
              <a:spcBef>
                <a:spcPts val="0"/>
              </a:spcBef>
              <a:spcAft>
                <a:spcPts val="0"/>
              </a:spcAft>
              <a:buNone/>
            </a:pPr>
            <a:r>
              <a:t/>
            </a:r>
            <a:endParaRPr sz="1307"/>
          </a:p>
        </p:txBody>
      </p:sp>
      <p:sp>
        <p:nvSpPr>
          <p:cNvPr id="655" name="Google Shape;655;p69"/>
          <p:cNvSpPr txBox="1"/>
          <p:nvPr/>
        </p:nvSpPr>
        <p:spPr>
          <a:xfrm>
            <a:off x="8140176" y="851682"/>
            <a:ext cx="339300" cy="86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en-GB" sz="560">
                <a:solidFill>
                  <a:srgbClr val="000000"/>
                </a:solidFill>
                <a:latin typeface="Inter Medium"/>
                <a:ea typeface="Inter Medium"/>
                <a:cs typeface="Inter Medium"/>
                <a:sym typeface="Inter Medium"/>
              </a:rPr>
              <a:t>Extended</a:t>
            </a:r>
            <a:endParaRPr sz="560">
              <a:solidFill>
                <a:srgbClr val="000000"/>
              </a:solidFill>
              <a:latin typeface="Inter Medium"/>
              <a:ea typeface="Inter Medium"/>
              <a:cs typeface="Inter Medium"/>
              <a:sym typeface="Inter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9" name="Shape 659"/>
        <p:cNvGrpSpPr/>
        <p:nvPr/>
      </p:nvGrpSpPr>
      <p:grpSpPr>
        <a:xfrm>
          <a:off x="0" y="0"/>
          <a:ext cx="0" cy="0"/>
          <a:chOff x="0" y="0"/>
          <a:chExt cx="0" cy="0"/>
        </a:xfrm>
      </p:grpSpPr>
      <p:sp>
        <p:nvSpPr>
          <p:cNvPr id="660" name="Google Shape;660;p70"/>
          <p:cNvSpPr/>
          <p:nvPr/>
        </p:nvSpPr>
        <p:spPr>
          <a:xfrm>
            <a:off x="416975" y="1331650"/>
            <a:ext cx="8532300" cy="2343900"/>
          </a:xfrm>
          <a:prstGeom prst="roundRect">
            <a:avLst>
              <a:gd fmla="val 9505" name="adj"/>
            </a:avLst>
          </a:prstGeom>
          <a:noFill/>
          <a:ln cap="flat" cmpd="sng" w="38100">
            <a:solidFill>
              <a:srgbClr val="71C5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1" name="Google Shape;661;p70"/>
          <p:cNvSpPr/>
          <p:nvPr/>
        </p:nvSpPr>
        <p:spPr>
          <a:xfrm>
            <a:off x="3041157" y="2065450"/>
            <a:ext cx="827100" cy="1503300"/>
          </a:xfrm>
          <a:prstGeom prst="rect">
            <a:avLst/>
          </a:prstGeom>
          <a:solidFill>
            <a:srgbClr val="E9F4FF"/>
          </a:solidFill>
          <a:ln>
            <a:noFill/>
          </a:ln>
        </p:spPr>
        <p:txBody>
          <a:bodyPr anchorCtr="0" anchor="ctr" bIns="89400" lIns="89400" spcFirstLastPara="1" rIns="89400" wrap="square" tIns="89400">
            <a:noAutofit/>
          </a:bodyPr>
          <a:lstStyle/>
          <a:p>
            <a:pPr indent="0" lvl="0" marL="0" rtl="0" algn="ctr">
              <a:spcBef>
                <a:spcPts val="0"/>
              </a:spcBef>
              <a:spcAft>
                <a:spcPts val="0"/>
              </a:spcAft>
              <a:buNone/>
            </a:pPr>
            <a:r>
              <a:t/>
            </a:r>
            <a:endParaRPr sz="1369"/>
          </a:p>
        </p:txBody>
      </p:sp>
      <p:sp>
        <p:nvSpPr>
          <p:cNvPr id="662" name="Google Shape;662;p70"/>
          <p:cNvSpPr/>
          <p:nvPr/>
        </p:nvSpPr>
        <p:spPr>
          <a:xfrm>
            <a:off x="5523300" y="1867225"/>
            <a:ext cx="827100" cy="1701600"/>
          </a:xfrm>
          <a:prstGeom prst="rect">
            <a:avLst/>
          </a:prstGeom>
          <a:solidFill>
            <a:srgbClr val="E9F4FF"/>
          </a:solidFill>
          <a:ln>
            <a:noFill/>
          </a:ln>
        </p:spPr>
        <p:txBody>
          <a:bodyPr anchorCtr="0" anchor="ctr" bIns="89400" lIns="89400" spcFirstLastPara="1" rIns="89400" wrap="square" tIns="89400">
            <a:noAutofit/>
          </a:bodyPr>
          <a:lstStyle/>
          <a:p>
            <a:pPr indent="0" lvl="0" marL="0" rtl="0" algn="ctr">
              <a:spcBef>
                <a:spcPts val="0"/>
              </a:spcBef>
              <a:spcAft>
                <a:spcPts val="0"/>
              </a:spcAft>
              <a:buNone/>
            </a:pPr>
            <a:r>
              <a:t/>
            </a:r>
            <a:endParaRPr sz="1369"/>
          </a:p>
        </p:txBody>
      </p:sp>
      <p:sp>
        <p:nvSpPr>
          <p:cNvPr id="663" name="Google Shape;663;p70"/>
          <p:cNvSpPr/>
          <p:nvPr/>
        </p:nvSpPr>
        <p:spPr>
          <a:xfrm>
            <a:off x="1386365" y="2065450"/>
            <a:ext cx="827100" cy="1503300"/>
          </a:xfrm>
          <a:prstGeom prst="rect">
            <a:avLst/>
          </a:prstGeom>
          <a:solidFill>
            <a:srgbClr val="E9F4FF"/>
          </a:solidFill>
          <a:ln>
            <a:noFill/>
          </a:ln>
        </p:spPr>
        <p:txBody>
          <a:bodyPr anchorCtr="0" anchor="ctr" bIns="89400" lIns="89400" spcFirstLastPara="1" rIns="89400" wrap="square" tIns="89400">
            <a:noAutofit/>
          </a:bodyPr>
          <a:lstStyle/>
          <a:p>
            <a:pPr indent="0" lvl="0" marL="0" rtl="0" algn="ctr">
              <a:spcBef>
                <a:spcPts val="0"/>
              </a:spcBef>
              <a:spcAft>
                <a:spcPts val="0"/>
              </a:spcAft>
              <a:buNone/>
            </a:pPr>
            <a:r>
              <a:t/>
            </a:r>
            <a:endParaRPr sz="1369"/>
          </a:p>
        </p:txBody>
      </p:sp>
      <p:sp>
        <p:nvSpPr>
          <p:cNvPr id="664" name="Google Shape;664;p70"/>
          <p:cNvSpPr/>
          <p:nvPr/>
        </p:nvSpPr>
        <p:spPr>
          <a:xfrm>
            <a:off x="6927875" y="-1950350"/>
            <a:ext cx="1556400" cy="593700"/>
          </a:xfrm>
          <a:prstGeom prst="roundRect">
            <a:avLst>
              <a:gd fmla="val 50000" name="adj"/>
            </a:avLst>
          </a:prstGeom>
          <a:solidFill>
            <a:srgbClr val="0054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a:ea typeface="Figtree"/>
              <a:cs typeface="Figtree"/>
              <a:sym typeface="Figtree"/>
            </a:endParaRPr>
          </a:p>
        </p:txBody>
      </p:sp>
      <p:sp>
        <p:nvSpPr>
          <p:cNvPr id="665" name="Google Shape;665;p70"/>
          <p:cNvSpPr/>
          <p:nvPr/>
        </p:nvSpPr>
        <p:spPr>
          <a:xfrm>
            <a:off x="5218125" y="-1950350"/>
            <a:ext cx="1556400" cy="593700"/>
          </a:xfrm>
          <a:prstGeom prst="roundRect">
            <a:avLst>
              <a:gd fmla="val 50000" name="adj"/>
            </a:avLst>
          </a:prstGeom>
          <a:solidFill>
            <a:srgbClr val="4DA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a:ea typeface="Figtree"/>
              <a:cs typeface="Figtree"/>
              <a:sym typeface="Figtree"/>
            </a:endParaRPr>
          </a:p>
        </p:txBody>
      </p:sp>
      <p:sp>
        <p:nvSpPr>
          <p:cNvPr id="666" name="Google Shape;666;p70"/>
          <p:cNvSpPr/>
          <p:nvPr/>
        </p:nvSpPr>
        <p:spPr>
          <a:xfrm>
            <a:off x="3593575" y="-1950350"/>
            <a:ext cx="1556400" cy="593700"/>
          </a:xfrm>
          <a:prstGeom prst="roundRect">
            <a:avLst>
              <a:gd fmla="val 50000" name="adj"/>
            </a:avLst>
          </a:prstGeom>
          <a:solidFill>
            <a:srgbClr val="4DA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a:ea typeface="Figtree"/>
              <a:cs typeface="Figtree"/>
              <a:sym typeface="Figtree"/>
            </a:endParaRPr>
          </a:p>
        </p:txBody>
      </p:sp>
      <p:sp>
        <p:nvSpPr>
          <p:cNvPr id="667" name="Google Shape;667;p70"/>
          <p:cNvSpPr/>
          <p:nvPr/>
        </p:nvSpPr>
        <p:spPr>
          <a:xfrm>
            <a:off x="1926425" y="-1950350"/>
            <a:ext cx="1556400" cy="593700"/>
          </a:xfrm>
          <a:prstGeom prst="roundRect">
            <a:avLst>
              <a:gd fmla="val 50000" name="adj"/>
            </a:avLst>
          </a:prstGeom>
          <a:solidFill>
            <a:srgbClr val="4DA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a:ea typeface="Figtree"/>
              <a:cs typeface="Figtree"/>
              <a:sym typeface="Figtree"/>
            </a:endParaRPr>
          </a:p>
        </p:txBody>
      </p:sp>
      <p:sp>
        <p:nvSpPr>
          <p:cNvPr id="668" name="Google Shape;668;p70"/>
          <p:cNvSpPr/>
          <p:nvPr/>
        </p:nvSpPr>
        <p:spPr>
          <a:xfrm>
            <a:off x="259275" y="-1950350"/>
            <a:ext cx="1556400" cy="593700"/>
          </a:xfrm>
          <a:prstGeom prst="roundRect">
            <a:avLst>
              <a:gd fmla="val 50000" name="adj"/>
            </a:avLst>
          </a:prstGeom>
          <a:solidFill>
            <a:srgbClr val="4DA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a:ea typeface="Figtree"/>
              <a:cs typeface="Figtree"/>
              <a:sym typeface="Figtree"/>
            </a:endParaRPr>
          </a:p>
        </p:txBody>
      </p:sp>
      <p:sp>
        <p:nvSpPr>
          <p:cNvPr id="669" name="Google Shape;669;p70"/>
          <p:cNvSpPr/>
          <p:nvPr/>
        </p:nvSpPr>
        <p:spPr>
          <a:xfrm>
            <a:off x="-1407875" y="-1950350"/>
            <a:ext cx="1556400" cy="593700"/>
          </a:xfrm>
          <a:prstGeom prst="roundRect">
            <a:avLst>
              <a:gd fmla="val 50000" name="adj"/>
            </a:avLst>
          </a:prstGeom>
          <a:solidFill>
            <a:srgbClr val="4DA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a:ea typeface="Figtree"/>
              <a:cs typeface="Figtree"/>
              <a:sym typeface="Figtree"/>
            </a:endParaRPr>
          </a:p>
        </p:txBody>
      </p:sp>
      <p:sp>
        <p:nvSpPr>
          <p:cNvPr id="670" name="Google Shape;670;p70"/>
          <p:cNvSpPr/>
          <p:nvPr/>
        </p:nvSpPr>
        <p:spPr>
          <a:xfrm>
            <a:off x="-3075025" y="-1950350"/>
            <a:ext cx="1556400" cy="593700"/>
          </a:xfrm>
          <a:prstGeom prst="roundRect">
            <a:avLst>
              <a:gd fmla="val 50000" name="adj"/>
            </a:avLst>
          </a:prstGeom>
          <a:solidFill>
            <a:srgbClr val="4DAE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igtree"/>
              <a:ea typeface="Figtree"/>
              <a:cs typeface="Figtree"/>
              <a:sym typeface="Figtree"/>
            </a:endParaRPr>
          </a:p>
        </p:txBody>
      </p:sp>
      <p:pic>
        <p:nvPicPr>
          <p:cNvPr id="671" name="Google Shape;671;p70" title="Danantara_Indonesia_Logo_vector (Color).png"/>
          <p:cNvPicPr preferRelativeResize="0"/>
          <p:nvPr/>
        </p:nvPicPr>
        <p:blipFill>
          <a:blip r:embed="rId3">
            <a:alphaModFix/>
          </a:blip>
          <a:stretch>
            <a:fillRect/>
          </a:stretch>
        </p:blipFill>
        <p:spPr>
          <a:xfrm>
            <a:off x="416696" y="317950"/>
            <a:ext cx="874699" cy="492024"/>
          </a:xfrm>
          <a:prstGeom prst="rect">
            <a:avLst/>
          </a:prstGeom>
          <a:noFill/>
          <a:ln>
            <a:noFill/>
          </a:ln>
        </p:spPr>
      </p:pic>
      <p:pic>
        <p:nvPicPr>
          <p:cNvPr id="672" name="Google Shape;672;p70" title="Artboard 1.png"/>
          <p:cNvPicPr preferRelativeResize="0"/>
          <p:nvPr/>
        </p:nvPicPr>
        <p:blipFill>
          <a:blip r:embed="rId4">
            <a:alphaModFix/>
          </a:blip>
          <a:stretch>
            <a:fillRect/>
          </a:stretch>
        </p:blipFill>
        <p:spPr>
          <a:xfrm>
            <a:off x="8130330" y="444203"/>
            <a:ext cx="582050" cy="252188"/>
          </a:xfrm>
          <a:prstGeom prst="rect">
            <a:avLst/>
          </a:prstGeom>
          <a:noFill/>
          <a:ln>
            <a:noFill/>
          </a:ln>
        </p:spPr>
      </p:pic>
      <p:sp>
        <p:nvSpPr>
          <p:cNvPr id="673" name="Google Shape;673;p70"/>
          <p:cNvSpPr/>
          <p:nvPr/>
        </p:nvSpPr>
        <p:spPr>
          <a:xfrm>
            <a:off x="559000" y="3184224"/>
            <a:ext cx="827100" cy="384900"/>
          </a:xfrm>
          <a:prstGeom prst="rect">
            <a:avLst/>
          </a:prstGeom>
          <a:solidFill>
            <a:srgbClr val="B6DEFF"/>
          </a:solidFill>
          <a:ln>
            <a:noFill/>
          </a:ln>
        </p:spPr>
        <p:txBody>
          <a:bodyPr anchorCtr="0" anchor="ctr" bIns="89400" lIns="89400" spcFirstLastPara="1" rIns="89400" wrap="square" tIns="89400">
            <a:noAutofit/>
          </a:bodyPr>
          <a:lstStyle/>
          <a:p>
            <a:pPr indent="0" lvl="0" marL="0" rtl="0" algn="ctr">
              <a:spcBef>
                <a:spcPts val="0"/>
              </a:spcBef>
              <a:spcAft>
                <a:spcPts val="0"/>
              </a:spcAft>
              <a:buNone/>
            </a:pPr>
            <a:r>
              <a:t/>
            </a:r>
            <a:endParaRPr sz="1369"/>
          </a:p>
        </p:txBody>
      </p:sp>
      <p:sp>
        <p:nvSpPr>
          <p:cNvPr id="674" name="Google Shape;674;p70"/>
          <p:cNvSpPr/>
          <p:nvPr/>
        </p:nvSpPr>
        <p:spPr>
          <a:xfrm>
            <a:off x="1386375" y="3092100"/>
            <a:ext cx="827100" cy="477000"/>
          </a:xfrm>
          <a:prstGeom prst="rect">
            <a:avLst/>
          </a:prstGeom>
          <a:solidFill>
            <a:srgbClr val="9AE1FF"/>
          </a:solidFill>
          <a:ln>
            <a:noFill/>
          </a:ln>
        </p:spPr>
        <p:txBody>
          <a:bodyPr anchorCtr="0" anchor="ctr" bIns="89400" lIns="89400" spcFirstLastPara="1" rIns="89400" wrap="square" tIns="89400">
            <a:noAutofit/>
          </a:bodyPr>
          <a:lstStyle/>
          <a:p>
            <a:pPr indent="0" lvl="0" marL="0" rtl="0" algn="ctr">
              <a:spcBef>
                <a:spcPts val="0"/>
              </a:spcBef>
              <a:spcAft>
                <a:spcPts val="0"/>
              </a:spcAft>
              <a:buNone/>
            </a:pPr>
            <a:r>
              <a:t/>
            </a:r>
            <a:endParaRPr sz="1369"/>
          </a:p>
        </p:txBody>
      </p:sp>
      <p:sp>
        <p:nvSpPr>
          <p:cNvPr id="675" name="Google Shape;675;p70"/>
          <p:cNvSpPr/>
          <p:nvPr/>
        </p:nvSpPr>
        <p:spPr>
          <a:xfrm>
            <a:off x="3041150" y="2869900"/>
            <a:ext cx="827100" cy="699000"/>
          </a:xfrm>
          <a:prstGeom prst="rect">
            <a:avLst/>
          </a:prstGeom>
          <a:solidFill>
            <a:srgbClr val="307FE2"/>
          </a:solidFill>
          <a:ln>
            <a:noFill/>
          </a:ln>
        </p:spPr>
        <p:txBody>
          <a:bodyPr anchorCtr="0" anchor="ctr" bIns="89400" lIns="89400" spcFirstLastPara="1" rIns="89400" wrap="square" tIns="89400">
            <a:noAutofit/>
          </a:bodyPr>
          <a:lstStyle/>
          <a:p>
            <a:pPr indent="0" lvl="0" marL="0" rtl="0" algn="ctr">
              <a:spcBef>
                <a:spcPts val="0"/>
              </a:spcBef>
              <a:spcAft>
                <a:spcPts val="0"/>
              </a:spcAft>
              <a:buNone/>
            </a:pPr>
            <a:r>
              <a:t/>
            </a:r>
            <a:endParaRPr sz="1369"/>
          </a:p>
        </p:txBody>
      </p:sp>
      <p:sp>
        <p:nvSpPr>
          <p:cNvPr id="676" name="Google Shape;676;p70"/>
          <p:cNvSpPr/>
          <p:nvPr/>
        </p:nvSpPr>
        <p:spPr>
          <a:xfrm>
            <a:off x="2213767" y="2980642"/>
            <a:ext cx="827100" cy="588300"/>
          </a:xfrm>
          <a:prstGeom prst="rect">
            <a:avLst/>
          </a:prstGeom>
          <a:solidFill>
            <a:srgbClr val="71C5E8"/>
          </a:solidFill>
          <a:ln>
            <a:noFill/>
          </a:ln>
        </p:spPr>
        <p:txBody>
          <a:bodyPr anchorCtr="0" anchor="ctr" bIns="89400" lIns="89400" spcFirstLastPara="1" rIns="89400" wrap="square" tIns="89400">
            <a:noAutofit/>
          </a:bodyPr>
          <a:lstStyle/>
          <a:p>
            <a:pPr indent="0" lvl="0" marL="0" rtl="0" algn="ctr">
              <a:spcBef>
                <a:spcPts val="0"/>
              </a:spcBef>
              <a:spcAft>
                <a:spcPts val="0"/>
              </a:spcAft>
              <a:buNone/>
            </a:pPr>
            <a:r>
              <a:t/>
            </a:r>
            <a:endParaRPr sz="1369"/>
          </a:p>
        </p:txBody>
      </p:sp>
      <p:sp>
        <p:nvSpPr>
          <p:cNvPr id="677" name="Google Shape;677;p70"/>
          <p:cNvSpPr/>
          <p:nvPr/>
        </p:nvSpPr>
        <p:spPr>
          <a:xfrm>
            <a:off x="3868525" y="2809635"/>
            <a:ext cx="827100" cy="759300"/>
          </a:xfrm>
          <a:prstGeom prst="rect">
            <a:avLst/>
          </a:prstGeom>
          <a:solidFill>
            <a:srgbClr val="B6DEFF"/>
          </a:solidFill>
          <a:ln>
            <a:noFill/>
          </a:ln>
        </p:spPr>
        <p:txBody>
          <a:bodyPr anchorCtr="0" anchor="ctr" bIns="89400" lIns="89400" spcFirstLastPara="1" rIns="89400" wrap="square" tIns="89400">
            <a:noAutofit/>
          </a:bodyPr>
          <a:lstStyle/>
          <a:p>
            <a:pPr indent="0" lvl="0" marL="0" rtl="0" algn="ctr">
              <a:spcBef>
                <a:spcPts val="0"/>
              </a:spcBef>
              <a:spcAft>
                <a:spcPts val="0"/>
              </a:spcAft>
              <a:buNone/>
            </a:pPr>
            <a:r>
              <a:t/>
            </a:r>
            <a:endParaRPr sz="1369"/>
          </a:p>
        </p:txBody>
      </p:sp>
      <p:sp>
        <p:nvSpPr>
          <p:cNvPr id="678" name="Google Shape;678;p70"/>
          <p:cNvSpPr/>
          <p:nvPr/>
        </p:nvSpPr>
        <p:spPr>
          <a:xfrm>
            <a:off x="4695925" y="2627825"/>
            <a:ext cx="827100" cy="941100"/>
          </a:xfrm>
          <a:prstGeom prst="rect">
            <a:avLst/>
          </a:prstGeom>
          <a:solidFill>
            <a:srgbClr val="9AE1FF"/>
          </a:solidFill>
          <a:ln>
            <a:noFill/>
          </a:ln>
        </p:spPr>
        <p:txBody>
          <a:bodyPr anchorCtr="0" anchor="ctr" bIns="89400" lIns="89400" spcFirstLastPara="1" rIns="89400" wrap="square" tIns="89400">
            <a:noAutofit/>
          </a:bodyPr>
          <a:lstStyle/>
          <a:p>
            <a:pPr indent="0" lvl="0" marL="0" rtl="0" algn="ctr">
              <a:spcBef>
                <a:spcPts val="0"/>
              </a:spcBef>
              <a:spcAft>
                <a:spcPts val="0"/>
              </a:spcAft>
              <a:buNone/>
            </a:pPr>
            <a:r>
              <a:t/>
            </a:r>
            <a:endParaRPr sz="1369"/>
          </a:p>
        </p:txBody>
      </p:sp>
      <p:sp>
        <p:nvSpPr>
          <p:cNvPr id="679" name="Google Shape;679;p70"/>
          <p:cNvSpPr/>
          <p:nvPr/>
        </p:nvSpPr>
        <p:spPr>
          <a:xfrm>
            <a:off x="6350679" y="2279002"/>
            <a:ext cx="827100" cy="1289700"/>
          </a:xfrm>
          <a:prstGeom prst="rect">
            <a:avLst/>
          </a:prstGeom>
          <a:solidFill>
            <a:srgbClr val="307FE2"/>
          </a:solidFill>
          <a:ln>
            <a:noFill/>
          </a:ln>
        </p:spPr>
        <p:txBody>
          <a:bodyPr anchorCtr="0" anchor="ctr" bIns="89400" lIns="89400" spcFirstLastPara="1" rIns="89400" wrap="square" tIns="89400">
            <a:noAutofit/>
          </a:bodyPr>
          <a:lstStyle/>
          <a:p>
            <a:pPr indent="0" lvl="0" marL="0" rtl="0" algn="ctr">
              <a:spcBef>
                <a:spcPts val="0"/>
              </a:spcBef>
              <a:spcAft>
                <a:spcPts val="0"/>
              </a:spcAft>
              <a:buNone/>
            </a:pPr>
            <a:r>
              <a:t/>
            </a:r>
            <a:endParaRPr sz="1369"/>
          </a:p>
        </p:txBody>
      </p:sp>
      <p:sp>
        <p:nvSpPr>
          <p:cNvPr id="680" name="Google Shape;680;p70"/>
          <p:cNvSpPr/>
          <p:nvPr/>
        </p:nvSpPr>
        <p:spPr>
          <a:xfrm>
            <a:off x="5523300" y="2506224"/>
            <a:ext cx="827100" cy="1062300"/>
          </a:xfrm>
          <a:prstGeom prst="rect">
            <a:avLst/>
          </a:prstGeom>
          <a:solidFill>
            <a:srgbClr val="71C5E8"/>
          </a:solidFill>
          <a:ln>
            <a:noFill/>
          </a:ln>
        </p:spPr>
        <p:txBody>
          <a:bodyPr anchorCtr="0" anchor="ctr" bIns="89400" lIns="89400" spcFirstLastPara="1" rIns="89400" wrap="square" tIns="89400">
            <a:noAutofit/>
          </a:bodyPr>
          <a:lstStyle/>
          <a:p>
            <a:pPr indent="0" lvl="0" marL="0" rtl="0" algn="ctr">
              <a:spcBef>
                <a:spcPts val="0"/>
              </a:spcBef>
              <a:spcAft>
                <a:spcPts val="0"/>
              </a:spcAft>
              <a:buNone/>
            </a:pPr>
            <a:r>
              <a:t/>
            </a:r>
            <a:endParaRPr sz="1369"/>
          </a:p>
        </p:txBody>
      </p:sp>
      <p:sp>
        <p:nvSpPr>
          <p:cNvPr id="681" name="Google Shape;681;p70"/>
          <p:cNvSpPr/>
          <p:nvPr/>
        </p:nvSpPr>
        <p:spPr>
          <a:xfrm>
            <a:off x="8005725" y="2135900"/>
            <a:ext cx="827100" cy="1433100"/>
          </a:xfrm>
          <a:prstGeom prst="rect">
            <a:avLst/>
          </a:prstGeom>
          <a:solidFill>
            <a:srgbClr val="307FE2"/>
          </a:solidFill>
          <a:ln>
            <a:noFill/>
          </a:ln>
        </p:spPr>
        <p:txBody>
          <a:bodyPr anchorCtr="0" anchor="ctr" bIns="89400" lIns="89400" spcFirstLastPara="1" rIns="89400" wrap="square" tIns="89400">
            <a:noAutofit/>
          </a:bodyPr>
          <a:lstStyle/>
          <a:p>
            <a:pPr indent="0" lvl="0" marL="0" rtl="0" algn="ctr">
              <a:spcBef>
                <a:spcPts val="0"/>
              </a:spcBef>
              <a:spcAft>
                <a:spcPts val="0"/>
              </a:spcAft>
              <a:buNone/>
            </a:pPr>
            <a:r>
              <a:t/>
            </a:r>
            <a:endParaRPr sz="1369"/>
          </a:p>
        </p:txBody>
      </p:sp>
      <p:sp>
        <p:nvSpPr>
          <p:cNvPr id="682" name="Google Shape;682;p70"/>
          <p:cNvSpPr/>
          <p:nvPr/>
        </p:nvSpPr>
        <p:spPr>
          <a:xfrm>
            <a:off x="7178068" y="2236076"/>
            <a:ext cx="827100" cy="1332900"/>
          </a:xfrm>
          <a:prstGeom prst="rect">
            <a:avLst/>
          </a:prstGeom>
          <a:solidFill>
            <a:srgbClr val="71C5E8"/>
          </a:solidFill>
          <a:ln>
            <a:noFill/>
          </a:ln>
        </p:spPr>
        <p:txBody>
          <a:bodyPr anchorCtr="0" anchor="ctr" bIns="89400" lIns="89400" spcFirstLastPara="1" rIns="89400" wrap="square" tIns="89400">
            <a:noAutofit/>
          </a:bodyPr>
          <a:lstStyle/>
          <a:p>
            <a:pPr indent="0" lvl="0" marL="0" rtl="0" algn="ctr">
              <a:spcBef>
                <a:spcPts val="0"/>
              </a:spcBef>
              <a:spcAft>
                <a:spcPts val="0"/>
              </a:spcAft>
              <a:buNone/>
            </a:pPr>
            <a:r>
              <a:t/>
            </a:r>
            <a:endParaRPr sz="1369"/>
          </a:p>
        </p:txBody>
      </p:sp>
      <p:sp>
        <p:nvSpPr>
          <p:cNvPr id="683" name="Google Shape;683;p70"/>
          <p:cNvSpPr/>
          <p:nvPr/>
        </p:nvSpPr>
        <p:spPr>
          <a:xfrm>
            <a:off x="416700" y="3868800"/>
            <a:ext cx="4278900" cy="1146900"/>
          </a:xfrm>
          <a:prstGeom prst="roundRect">
            <a:avLst>
              <a:gd fmla="val 23683" name="adj"/>
            </a:avLst>
          </a:prstGeom>
          <a:solidFill>
            <a:srgbClr val="307F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4" name="Google Shape;684;p70"/>
          <p:cNvSpPr/>
          <p:nvPr/>
        </p:nvSpPr>
        <p:spPr>
          <a:xfrm>
            <a:off x="4848375" y="3868800"/>
            <a:ext cx="4137300" cy="1146900"/>
          </a:xfrm>
          <a:prstGeom prst="roundRect">
            <a:avLst>
              <a:gd fmla="val 22624" name="adj"/>
            </a:avLst>
          </a:prstGeom>
          <a:solidFill>
            <a:srgbClr val="307F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5" name="Google Shape;685;p70"/>
          <p:cNvSpPr txBox="1"/>
          <p:nvPr/>
        </p:nvSpPr>
        <p:spPr>
          <a:xfrm>
            <a:off x="600037" y="4086833"/>
            <a:ext cx="822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lt1"/>
                </a:solidFill>
                <a:latin typeface="Inter Medium"/>
                <a:ea typeface="Inter Medium"/>
                <a:cs typeface="Inter Medium"/>
                <a:sym typeface="Inter Medium"/>
              </a:rPr>
              <a:t>Lorem</a:t>
            </a:r>
            <a:endParaRPr sz="1600">
              <a:solidFill>
                <a:schemeClr val="lt1"/>
              </a:solidFill>
              <a:latin typeface="Inter Medium"/>
              <a:ea typeface="Inter Medium"/>
              <a:cs typeface="Inter Medium"/>
              <a:sym typeface="Inter Medium"/>
            </a:endParaRPr>
          </a:p>
          <a:p>
            <a:pPr indent="0" lvl="0" marL="0" rtl="0" algn="l">
              <a:spcBef>
                <a:spcPts val="0"/>
              </a:spcBef>
              <a:spcAft>
                <a:spcPts val="0"/>
              </a:spcAft>
              <a:buNone/>
            </a:pPr>
            <a:r>
              <a:rPr lang="en-GB" sz="1600">
                <a:solidFill>
                  <a:schemeClr val="lt1"/>
                </a:solidFill>
                <a:latin typeface="Inter Medium"/>
                <a:ea typeface="Inter Medium"/>
                <a:cs typeface="Inter Medium"/>
                <a:sym typeface="Inter Medium"/>
              </a:rPr>
              <a:t>Ipsum</a:t>
            </a:r>
            <a:endParaRPr sz="1600">
              <a:solidFill>
                <a:schemeClr val="lt1"/>
              </a:solidFill>
              <a:latin typeface="Inter Medium"/>
              <a:ea typeface="Inter Medium"/>
              <a:cs typeface="Inter Medium"/>
              <a:sym typeface="Inter Medium"/>
            </a:endParaRPr>
          </a:p>
        </p:txBody>
      </p:sp>
      <p:cxnSp>
        <p:nvCxnSpPr>
          <p:cNvPr id="686" name="Google Shape;686;p70"/>
          <p:cNvCxnSpPr/>
          <p:nvPr/>
        </p:nvCxnSpPr>
        <p:spPr>
          <a:xfrm>
            <a:off x="1399250" y="4046025"/>
            <a:ext cx="0" cy="758700"/>
          </a:xfrm>
          <a:prstGeom prst="straightConnector1">
            <a:avLst/>
          </a:prstGeom>
          <a:noFill/>
          <a:ln cap="flat" cmpd="sng" w="9525">
            <a:solidFill>
              <a:schemeClr val="lt1"/>
            </a:solidFill>
            <a:prstDash val="solid"/>
            <a:round/>
            <a:headEnd len="med" w="med" type="none"/>
            <a:tailEnd len="med" w="med" type="none"/>
          </a:ln>
        </p:spPr>
      </p:cxnSp>
      <p:sp>
        <p:nvSpPr>
          <p:cNvPr id="687" name="Google Shape;687;p70"/>
          <p:cNvSpPr txBox="1"/>
          <p:nvPr/>
        </p:nvSpPr>
        <p:spPr>
          <a:xfrm>
            <a:off x="1580876" y="4103700"/>
            <a:ext cx="2955900" cy="677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GB" sz="800">
                <a:solidFill>
                  <a:schemeClr val="lt1"/>
                </a:solidFill>
                <a:latin typeface="Inter Medium"/>
                <a:ea typeface="Inter Medium"/>
                <a:cs typeface="Inter Medium"/>
                <a:sym typeface="Inter Medium"/>
              </a:rPr>
              <a:t>lorem ipsum dolor sit amet consectetur adipiscing elit sed do eiusmod tempor incididunt ut labore et lorem ipsum dolor sit amet</a:t>
            </a:r>
            <a:endParaRPr sz="800">
              <a:solidFill>
                <a:schemeClr val="lt1"/>
              </a:solidFill>
              <a:latin typeface="Inter Medium"/>
              <a:ea typeface="Inter Medium"/>
              <a:cs typeface="Inter Medium"/>
              <a:sym typeface="Inter Medium"/>
            </a:endParaRPr>
          </a:p>
        </p:txBody>
      </p:sp>
      <p:sp>
        <p:nvSpPr>
          <p:cNvPr id="688" name="Google Shape;688;p70"/>
          <p:cNvSpPr txBox="1"/>
          <p:nvPr/>
        </p:nvSpPr>
        <p:spPr>
          <a:xfrm>
            <a:off x="5028453" y="4086833"/>
            <a:ext cx="836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lt1"/>
                </a:solidFill>
                <a:latin typeface="Inter Medium"/>
                <a:ea typeface="Inter Medium"/>
                <a:cs typeface="Inter Medium"/>
                <a:sym typeface="Inter Medium"/>
              </a:rPr>
              <a:t>Lorem</a:t>
            </a:r>
            <a:endParaRPr sz="1600">
              <a:solidFill>
                <a:schemeClr val="lt1"/>
              </a:solidFill>
              <a:latin typeface="Inter Medium"/>
              <a:ea typeface="Inter Medium"/>
              <a:cs typeface="Inter Medium"/>
              <a:sym typeface="Inter Medium"/>
            </a:endParaRPr>
          </a:p>
          <a:p>
            <a:pPr indent="0" lvl="0" marL="0" rtl="0" algn="l">
              <a:spcBef>
                <a:spcPts val="0"/>
              </a:spcBef>
              <a:spcAft>
                <a:spcPts val="0"/>
              </a:spcAft>
              <a:buNone/>
            </a:pPr>
            <a:r>
              <a:rPr lang="en-GB" sz="1600">
                <a:solidFill>
                  <a:schemeClr val="lt1"/>
                </a:solidFill>
                <a:latin typeface="Inter Medium"/>
                <a:ea typeface="Inter Medium"/>
                <a:cs typeface="Inter Medium"/>
                <a:sym typeface="Inter Medium"/>
              </a:rPr>
              <a:t>Ipsum</a:t>
            </a:r>
            <a:endParaRPr sz="1600">
              <a:solidFill>
                <a:schemeClr val="lt1"/>
              </a:solidFill>
              <a:latin typeface="Inter Medium"/>
              <a:ea typeface="Inter Medium"/>
              <a:cs typeface="Inter Medium"/>
              <a:sym typeface="Inter Medium"/>
            </a:endParaRPr>
          </a:p>
        </p:txBody>
      </p:sp>
      <p:cxnSp>
        <p:nvCxnSpPr>
          <p:cNvPr id="689" name="Google Shape;689;p70"/>
          <p:cNvCxnSpPr/>
          <p:nvPr/>
        </p:nvCxnSpPr>
        <p:spPr>
          <a:xfrm>
            <a:off x="5891763" y="4046025"/>
            <a:ext cx="0" cy="758700"/>
          </a:xfrm>
          <a:prstGeom prst="straightConnector1">
            <a:avLst/>
          </a:prstGeom>
          <a:noFill/>
          <a:ln cap="flat" cmpd="sng" w="9525">
            <a:solidFill>
              <a:schemeClr val="lt1"/>
            </a:solidFill>
            <a:prstDash val="solid"/>
            <a:round/>
            <a:headEnd len="med" w="med" type="none"/>
            <a:tailEnd len="med" w="med" type="none"/>
          </a:ln>
        </p:spPr>
      </p:cxnSp>
      <p:sp>
        <p:nvSpPr>
          <p:cNvPr id="690" name="Google Shape;690;p70"/>
          <p:cNvSpPr txBox="1"/>
          <p:nvPr/>
        </p:nvSpPr>
        <p:spPr>
          <a:xfrm>
            <a:off x="6073375" y="4103700"/>
            <a:ext cx="2759100" cy="677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GB" sz="800">
                <a:solidFill>
                  <a:schemeClr val="lt1"/>
                </a:solidFill>
                <a:latin typeface="Inter Medium"/>
                <a:ea typeface="Inter Medium"/>
                <a:cs typeface="Inter Medium"/>
                <a:sym typeface="Inter Medium"/>
              </a:rPr>
              <a:t>lorem ipsum dolor sit amet consectetur adipiscing elit sed do eiusmod tempor incididunt ut labore et lorem ipsum dolor sit amet</a:t>
            </a:r>
            <a:endParaRPr sz="800">
              <a:solidFill>
                <a:schemeClr val="lt1"/>
              </a:solidFill>
              <a:latin typeface="Inter Medium"/>
              <a:ea typeface="Inter Medium"/>
              <a:cs typeface="Inter Medium"/>
              <a:sym typeface="Inter Medium"/>
            </a:endParaRPr>
          </a:p>
        </p:txBody>
      </p:sp>
      <p:sp>
        <p:nvSpPr>
          <p:cNvPr id="691" name="Google Shape;691;p70"/>
          <p:cNvSpPr txBox="1"/>
          <p:nvPr/>
        </p:nvSpPr>
        <p:spPr>
          <a:xfrm>
            <a:off x="559273" y="3278625"/>
            <a:ext cx="827100" cy="300900"/>
          </a:xfrm>
          <a:prstGeom prst="rect">
            <a:avLst/>
          </a:prstGeom>
          <a:noFill/>
          <a:ln>
            <a:noFill/>
          </a:ln>
        </p:spPr>
        <p:txBody>
          <a:bodyPr anchorCtr="0" anchor="t" bIns="89400" lIns="89400" spcFirstLastPara="1" rIns="89400" wrap="square" tIns="89400">
            <a:spAutoFit/>
          </a:bodyPr>
          <a:lstStyle/>
          <a:p>
            <a:pPr indent="0" lvl="0" marL="0" rtl="0" algn="ctr">
              <a:spcBef>
                <a:spcPts val="0"/>
              </a:spcBef>
              <a:spcAft>
                <a:spcPts val="0"/>
              </a:spcAft>
              <a:buNone/>
            </a:pPr>
            <a:r>
              <a:rPr lang="en-GB" sz="782">
                <a:solidFill>
                  <a:schemeClr val="dk2"/>
                </a:solidFill>
                <a:latin typeface="Inter Medium"/>
                <a:ea typeface="Inter Medium"/>
                <a:cs typeface="Inter Medium"/>
                <a:sym typeface="Inter Medium"/>
              </a:rPr>
              <a:t>Mar</a:t>
            </a:r>
            <a:endParaRPr sz="782">
              <a:solidFill>
                <a:schemeClr val="dk2"/>
              </a:solidFill>
              <a:latin typeface="Inter Medium"/>
              <a:ea typeface="Inter Medium"/>
              <a:cs typeface="Inter Medium"/>
              <a:sym typeface="Inter Medium"/>
            </a:endParaRPr>
          </a:p>
        </p:txBody>
      </p:sp>
      <p:sp>
        <p:nvSpPr>
          <p:cNvPr id="692" name="Google Shape;692;p70"/>
          <p:cNvSpPr txBox="1"/>
          <p:nvPr/>
        </p:nvSpPr>
        <p:spPr>
          <a:xfrm>
            <a:off x="1386364" y="3278625"/>
            <a:ext cx="827100" cy="300900"/>
          </a:xfrm>
          <a:prstGeom prst="rect">
            <a:avLst/>
          </a:prstGeom>
          <a:noFill/>
          <a:ln>
            <a:noFill/>
          </a:ln>
        </p:spPr>
        <p:txBody>
          <a:bodyPr anchorCtr="0" anchor="t" bIns="89400" lIns="89400" spcFirstLastPara="1" rIns="89400" wrap="square" tIns="89400">
            <a:spAutoFit/>
          </a:bodyPr>
          <a:lstStyle/>
          <a:p>
            <a:pPr indent="0" lvl="0" marL="0" rtl="0" algn="ctr">
              <a:spcBef>
                <a:spcPts val="0"/>
              </a:spcBef>
              <a:spcAft>
                <a:spcPts val="0"/>
              </a:spcAft>
              <a:buNone/>
            </a:pPr>
            <a:r>
              <a:rPr lang="en-GB" sz="782">
                <a:solidFill>
                  <a:schemeClr val="dk2"/>
                </a:solidFill>
                <a:latin typeface="Inter Medium"/>
                <a:ea typeface="Inter Medium"/>
                <a:cs typeface="Inter Medium"/>
                <a:sym typeface="Inter Medium"/>
              </a:rPr>
              <a:t>Apr</a:t>
            </a:r>
            <a:endParaRPr sz="782">
              <a:solidFill>
                <a:schemeClr val="dk2"/>
              </a:solidFill>
              <a:latin typeface="Inter Medium"/>
              <a:ea typeface="Inter Medium"/>
              <a:cs typeface="Inter Medium"/>
              <a:sym typeface="Inter Medium"/>
            </a:endParaRPr>
          </a:p>
        </p:txBody>
      </p:sp>
      <p:sp>
        <p:nvSpPr>
          <p:cNvPr id="693" name="Google Shape;693;p70"/>
          <p:cNvSpPr txBox="1"/>
          <p:nvPr/>
        </p:nvSpPr>
        <p:spPr>
          <a:xfrm>
            <a:off x="2213902" y="3278625"/>
            <a:ext cx="827100" cy="300900"/>
          </a:xfrm>
          <a:prstGeom prst="rect">
            <a:avLst/>
          </a:prstGeom>
          <a:noFill/>
          <a:ln>
            <a:noFill/>
          </a:ln>
        </p:spPr>
        <p:txBody>
          <a:bodyPr anchorCtr="0" anchor="t" bIns="89400" lIns="89400" spcFirstLastPara="1" rIns="89400" wrap="square" tIns="89400">
            <a:spAutoFit/>
          </a:bodyPr>
          <a:lstStyle/>
          <a:p>
            <a:pPr indent="0" lvl="0" marL="0" rtl="0" algn="ctr">
              <a:spcBef>
                <a:spcPts val="0"/>
              </a:spcBef>
              <a:spcAft>
                <a:spcPts val="0"/>
              </a:spcAft>
              <a:buNone/>
            </a:pPr>
            <a:r>
              <a:rPr lang="en-GB" sz="782">
                <a:solidFill>
                  <a:schemeClr val="dk2"/>
                </a:solidFill>
                <a:latin typeface="Inter Medium"/>
                <a:ea typeface="Inter Medium"/>
                <a:cs typeface="Inter Medium"/>
                <a:sym typeface="Inter Medium"/>
              </a:rPr>
              <a:t>Mei</a:t>
            </a:r>
            <a:endParaRPr sz="782">
              <a:solidFill>
                <a:schemeClr val="dk2"/>
              </a:solidFill>
              <a:latin typeface="Inter Medium"/>
              <a:ea typeface="Inter Medium"/>
              <a:cs typeface="Inter Medium"/>
              <a:sym typeface="Inter Medium"/>
            </a:endParaRPr>
          </a:p>
        </p:txBody>
      </p:sp>
      <p:sp>
        <p:nvSpPr>
          <p:cNvPr id="694" name="Google Shape;694;p70"/>
          <p:cNvSpPr txBox="1"/>
          <p:nvPr/>
        </p:nvSpPr>
        <p:spPr>
          <a:xfrm>
            <a:off x="3041154" y="3278625"/>
            <a:ext cx="827100" cy="300900"/>
          </a:xfrm>
          <a:prstGeom prst="rect">
            <a:avLst/>
          </a:prstGeom>
          <a:noFill/>
          <a:ln>
            <a:noFill/>
          </a:ln>
        </p:spPr>
        <p:txBody>
          <a:bodyPr anchorCtr="0" anchor="t" bIns="89400" lIns="89400" spcFirstLastPara="1" rIns="89400" wrap="square" tIns="89400">
            <a:spAutoFit/>
          </a:bodyPr>
          <a:lstStyle/>
          <a:p>
            <a:pPr indent="0" lvl="0" marL="0" rtl="0" algn="ctr">
              <a:spcBef>
                <a:spcPts val="0"/>
              </a:spcBef>
              <a:spcAft>
                <a:spcPts val="0"/>
              </a:spcAft>
              <a:buNone/>
            </a:pPr>
            <a:r>
              <a:rPr lang="en-GB" sz="782">
                <a:solidFill>
                  <a:schemeClr val="lt1"/>
                </a:solidFill>
                <a:latin typeface="Inter Medium"/>
                <a:ea typeface="Inter Medium"/>
                <a:cs typeface="Inter Medium"/>
                <a:sym typeface="Inter Medium"/>
              </a:rPr>
              <a:t>Jun</a:t>
            </a:r>
            <a:endParaRPr sz="782">
              <a:solidFill>
                <a:schemeClr val="lt1"/>
              </a:solidFill>
              <a:latin typeface="Inter Medium"/>
              <a:ea typeface="Inter Medium"/>
              <a:cs typeface="Inter Medium"/>
              <a:sym typeface="Inter Medium"/>
            </a:endParaRPr>
          </a:p>
        </p:txBody>
      </p:sp>
      <p:sp>
        <p:nvSpPr>
          <p:cNvPr id="695" name="Google Shape;695;p70"/>
          <p:cNvSpPr txBox="1"/>
          <p:nvPr/>
        </p:nvSpPr>
        <p:spPr>
          <a:xfrm>
            <a:off x="3868506" y="3278625"/>
            <a:ext cx="827100" cy="300900"/>
          </a:xfrm>
          <a:prstGeom prst="rect">
            <a:avLst/>
          </a:prstGeom>
          <a:noFill/>
          <a:ln>
            <a:noFill/>
          </a:ln>
        </p:spPr>
        <p:txBody>
          <a:bodyPr anchorCtr="0" anchor="t" bIns="89400" lIns="89400" spcFirstLastPara="1" rIns="89400" wrap="square" tIns="89400">
            <a:spAutoFit/>
          </a:bodyPr>
          <a:lstStyle/>
          <a:p>
            <a:pPr indent="0" lvl="0" marL="0" rtl="0" algn="ctr">
              <a:spcBef>
                <a:spcPts val="0"/>
              </a:spcBef>
              <a:spcAft>
                <a:spcPts val="0"/>
              </a:spcAft>
              <a:buNone/>
            </a:pPr>
            <a:r>
              <a:rPr lang="en-GB" sz="782">
                <a:solidFill>
                  <a:schemeClr val="dk2"/>
                </a:solidFill>
                <a:latin typeface="Inter Medium"/>
                <a:ea typeface="Inter Medium"/>
                <a:cs typeface="Inter Medium"/>
                <a:sym typeface="Inter Medium"/>
              </a:rPr>
              <a:t>Jul</a:t>
            </a:r>
            <a:endParaRPr sz="782">
              <a:solidFill>
                <a:schemeClr val="dk2"/>
              </a:solidFill>
              <a:latin typeface="Inter Medium"/>
              <a:ea typeface="Inter Medium"/>
              <a:cs typeface="Inter Medium"/>
              <a:sym typeface="Inter Medium"/>
            </a:endParaRPr>
          </a:p>
        </p:txBody>
      </p:sp>
      <p:sp>
        <p:nvSpPr>
          <p:cNvPr id="696" name="Google Shape;696;p70"/>
          <p:cNvSpPr txBox="1"/>
          <p:nvPr/>
        </p:nvSpPr>
        <p:spPr>
          <a:xfrm>
            <a:off x="4695920" y="3278625"/>
            <a:ext cx="827100" cy="300900"/>
          </a:xfrm>
          <a:prstGeom prst="rect">
            <a:avLst/>
          </a:prstGeom>
          <a:noFill/>
          <a:ln>
            <a:noFill/>
          </a:ln>
        </p:spPr>
        <p:txBody>
          <a:bodyPr anchorCtr="0" anchor="t" bIns="89400" lIns="89400" spcFirstLastPara="1" rIns="89400" wrap="square" tIns="89400">
            <a:spAutoFit/>
          </a:bodyPr>
          <a:lstStyle/>
          <a:p>
            <a:pPr indent="0" lvl="0" marL="0" rtl="0" algn="ctr">
              <a:spcBef>
                <a:spcPts val="0"/>
              </a:spcBef>
              <a:spcAft>
                <a:spcPts val="0"/>
              </a:spcAft>
              <a:buNone/>
            </a:pPr>
            <a:r>
              <a:rPr lang="en-GB" sz="782">
                <a:solidFill>
                  <a:schemeClr val="dk2"/>
                </a:solidFill>
                <a:latin typeface="Inter Medium"/>
                <a:ea typeface="Inter Medium"/>
                <a:cs typeface="Inter Medium"/>
                <a:sym typeface="Inter Medium"/>
              </a:rPr>
              <a:t>Aug</a:t>
            </a:r>
            <a:endParaRPr sz="782">
              <a:solidFill>
                <a:schemeClr val="dk2"/>
              </a:solidFill>
              <a:latin typeface="Inter Medium"/>
              <a:ea typeface="Inter Medium"/>
              <a:cs typeface="Inter Medium"/>
              <a:sym typeface="Inter Medium"/>
            </a:endParaRPr>
          </a:p>
        </p:txBody>
      </p:sp>
      <p:sp>
        <p:nvSpPr>
          <p:cNvPr id="697" name="Google Shape;697;p70"/>
          <p:cNvSpPr txBox="1"/>
          <p:nvPr/>
        </p:nvSpPr>
        <p:spPr>
          <a:xfrm>
            <a:off x="5523296" y="3278625"/>
            <a:ext cx="827100" cy="300900"/>
          </a:xfrm>
          <a:prstGeom prst="rect">
            <a:avLst/>
          </a:prstGeom>
          <a:noFill/>
          <a:ln>
            <a:noFill/>
          </a:ln>
        </p:spPr>
        <p:txBody>
          <a:bodyPr anchorCtr="0" anchor="t" bIns="89400" lIns="89400" spcFirstLastPara="1" rIns="89400" wrap="square" tIns="89400">
            <a:spAutoFit/>
          </a:bodyPr>
          <a:lstStyle/>
          <a:p>
            <a:pPr indent="0" lvl="0" marL="0" rtl="0" algn="ctr">
              <a:spcBef>
                <a:spcPts val="0"/>
              </a:spcBef>
              <a:spcAft>
                <a:spcPts val="0"/>
              </a:spcAft>
              <a:buNone/>
            </a:pPr>
            <a:r>
              <a:rPr lang="en-GB" sz="782">
                <a:solidFill>
                  <a:schemeClr val="dk2"/>
                </a:solidFill>
                <a:latin typeface="Inter Medium"/>
                <a:ea typeface="Inter Medium"/>
                <a:cs typeface="Inter Medium"/>
                <a:sym typeface="Inter Medium"/>
              </a:rPr>
              <a:t>Sep</a:t>
            </a:r>
            <a:endParaRPr sz="782">
              <a:solidFill>
                <a:schemeClr val="dk2"/>
              </a:solidFill>
              <a:latin typeface="Inter Medium"/>
              <a:ea typeface="Inter Medium"/>
              <a:cs typeface="Inter Medium"/>
              <a:sym typeface="Inter Medium"/>
            </a:endParaRPr>
          </a:p>
        </p:txBody>
      </p:sp>
      <p:sp>
        <p:nvSpPr>
          <p:cNvPr id="698" name="Google Shape;698;p70"/>
          <p:cNvSpPr txBox="1"/>
          <p:nvPr/>
        </p:nvSpPr>
        <p:spPr>
          <a:xfrm>
            <a:off x="6350673" y="3278625"/>
            <a:ext cx="827100" cy="300900"/>
          </a:xfrm>
          <a:prstGeom prst="rect">
            <a:avLst/>
          </a:prstGeom>
          <a:noFill/>
          <a:ln>
            <a:noFill/>
          </a:ln>
        </p:spPr>
        <p:txBody>
          <a:bodyPr anchorCtr="0" anchor="t" bIns="89400" lIns="89400" spcFirstLastPara="1" rIns="89400" wrap="square" tIns="89400">
            <a:spAutoFit/>
          </a:bodyPr>
          <a:lstStyle/>
          <a:p>
            <a:pPr indent="0" lvl="0" marL="0" rtl="0" algn="ctr">
              <a:spcBef>
                <a:spcPts val="0"/>
              </a:spcBef>
              <a:spcAft>
                <a:spcPts val="0"/>
              </a:spcAft>
              <a:buNone/>
            </a:pPr>
            <a:r>
              <a:rPr lang="en-GB" sz="782">
                <a:solidFill>
                  <a:schemeClr val="lt1"/>
                </a:solidFill>
                <a:latin typeface="Inter Medium"/>
                <a:ea typeface="Inter Medium"/>
                <a:cs typeface="Inter Medium"/>
                <a:sym typeface="Inter Medium"/>
              </a:rPr>
              <a:t>Okt</a:t>
            </a:r>
            <a:endParaRPr sz="782">
              <a:solidFill>
                <a:schemeClr val="lt1"/>
              </a:solidFill>
              <a:latin typeface="Inter Medium"/>
              <a:ea typeface="Inter Medium"/>
              <a:cs typeface="Inter Medium"/>
              <a:sym typeface="Inter Medium"/>
            </a:endParaRPr>
          </a:p>
        </p:txBody>
      </p:sp>
      <p:sp>
        <p:nvSpPr>
          <p:cNvPr id="699" name="Google Shape;699;p70"/>
          <p:cNvSpPr txBox="1"/>
          <p:nvPr/>
        </p:nvSpPr>
        <p:spPr>
          <a:xfrm>
            <a:off x="7178086" y="3278625"/>
            <a:ext cx="827100" cy="300900"/>
          </a:xfrm>
          <a:prstGeom prst="rect">
            <a:avLst/>
          </a:prstGeom>
          <a:noFill/>
          <a:ln>
            <a:noFill/>
          </a:ln>
        </p:spPr>
        <p:txBody>
          <a:bodyPr anchorCtr="0" anchor="t" bIns="89400" lIns="89400" spcFirstLastPara="1" rIns="89400" wrap="square" tIns="89400">
            <a:spAutoFit/>
          </a:bodyPr>
          <a:lstStyle/>
          <a:p>
            <a:pPr indent="0" lvl="0" marL="0" rtl="0" algn="ctr">
              <a:spcBef>
                <a:spcPts val="0"/>
              </a:spcBef>
              <a:spcAft>
                <a:spcPts val="0"/>
              </a:spcAft>
              <a:buNone/>
            </a:pPr>
            <a:r>
              <a:rPr lang="en-GB" sz="782">
                <a:solidFill>
                  <a:schemeClr val="dk2"/>
                </a:solidFill>
                <a:latin typeface="Inter Medium"/>
                <a:ea typeface="Inter Medium"/>
                <a:cs typeface="Inter Medium"/>
                <a:sym typeface="Inter Medium"/>
              </a:rPr>
              <a:t>Nov</a:t>
            </a:r>
            <a:endParaRPr sz="782">
              <a:solidFill>
                <a:schemeClr val="dk2"/>
              </a:solidFill>
              <a:latin typeface="Inter Medium"/>
              <a:ea typeface="Inter Medium"/>
              <a:cs typeface="Inter Medium"/>
              <a:sym typeface="Inter Medium"/>
            </a:endParaRPr>
          </a:p>
        </p:txBody>
      </p:sp>
      <p:sp>
        <p:nvSpPr>
          <p:cNvPr id="700" name="Google Shape;700;p70"/>
          <p:cNvSpPr txBox="1"/>
          <p:nvPr/>
        </p:nvSpPr>
        <p:spPr>
          <a:xfrm>
            <a:off x="8005500" y="3278625"/>
            <a:ext cx="827100" cy="300900"/>
          </a:xfrm>
          <a:prstGeom prst="rect">
            <a:avLst/>
          </a:prstGeom>
          <a:noFill/>
          <a:ln>
            <a:noFill/>
          </a:ln>
        </p:spPr>
        <p:txBody>
          <a:bodyPr anchorCtr="0" anchor="t" bIns="89400" lIns="89400" spcFirstLastPara="1" rIns="89400" wrap="square" tIns="89400">
            <a:spAutoFit/>
          </a:bodyPr>
          <a:lstStyle/>
          <a:p>
            <a:pPr indent="0" lvl="0" marL="0" rtl="0" algn="ctr">
              <a:spcBef>
                <a:spcPts val="0"/>
              </a:spcBef>
              <a:spcAft>
                <a:spcPts val="0"/>
              </a:spcAft>
              <a:buNone/>
            </a:pPr>
            <a:r>
              <a:rPr lang="en-GB" sz="782">
                <a:solidFill>
                  <a:schemeClr val="lt1"/>
                </a:solidFill>
                <a:latin typeface="Inter Medium"/>
                <a:ea typeface="Inter Medium"/>
                <a:cs typeface="Inter Medium"/>
                <a:sym typeface="Inter Medium"/>
              </a:rPr>
              <a:t>Des</a:t>
            </a:r>
            <a:endParaRPr sz="782">
              <a:solidFill>
                <a:schemeClr val="lt1"/>
              </a:solidFill>
              <a:latin typeface="Inter Medium"/>
              <a:ea typeface="Inter Medium"/>
              <a:cs typeface="Inter Medium"/>
              <a:sym typeface="Inter Medium"/>
            </a:endParaRPr>
          </a:p>
        </p:txBody>
      </p:sp>
      <p:cxnSp>
        <p:nvCxnSpPr>
          <p:cNvPr id="701" name="Google Shape;701;p70"/>
          <p:cNvCxnSpPr>
            <a:stCxn id="673" idx="0"/>
            <a:endCxn id="702" idx="2"/>
          </p:cNvCxnSpPr>
          <p:nvPr/>
        </p:nvCxnSpPr>
        <p:spPr>
          <a:xfrm rot="10800000">
            <a:off x="972550" y="2554524"/>
            <a:ext cx="0" cy="629700"/>
          </a:xfrm>
          <a:prstGeom prst="straightConnector1">
            <a:avLst/>
          </a:prstGeom>
          <a:noFill/>
          <a:ln cap="flat" cmpd="sng" w="9325">
            <a:solidFill>
              <a:schemeClr val="dk2"/>
            </a:solidFill>
            <a:prstDash val="solid"/>
            <a:round/>
            <a:headEnd len="med" w="med" type="oval"/>
            <a:tailEnd len="med" w="med" type="oval"/>
          </a:ln>
        </p:spPr>
      </p:cxnSp>
      <p:sp>
        <p:nvSpPr>
          <p:cNvPr id="703" name="Google Shape;703;p70"/>
          <p:cNvSpPr txBox="1"/>
          <p:nvPr/>
        </p:nvSpPr>
        <p:spPr>
          <a:xfrm>
            <a:off x="346049" y="741025"/>
            <a:ext cx="8568600" cy="546000"/>
          </a:xfrm>
          <a:prstGeom prst="rect">
            <a:avLst/>
          </a:prstGeom>
          <a:noFill/>
          <a:ln>
            <a:noFill/>
          </a:ln>
        </p:spPr>
        <p:txBody>
          <a:bodyPr anchorCtr="0" anchor="t" bIns="85375" lIns="85375" spcFirstLastPara="1" rIns="85375" wrap="square" tIns="85375">
            <a:spAutoFit/>
          </a:bodyPr>
          <a:lstStyle/>
          <a:p>
            <a:pPr indent="0" lvl="0" marL="0" rtl="0" algn="just">
              <a:spcBef>
                <a:spcPts val="0"/>
              </a:spcBef>
              <a:spcAft>
                <a:spcPts val="0"/>
              </a:spcAft>
              <a:buNone/>
            </a:pPr>
            <a:r>
              <a:rPr b="1" lang="en-GB" sz="1214">
                <a:solidFill>
                  <a:srgbClr val="00519B"/>
                </a:solidFill>
                <a:latin typeface="Inter"/>
                <a:ea typeface="Inter"/>
                <a:cs typeface="Inter"/>
                <a:sym typeface="Inter"/>
              </a:rPr>
              <a:t>Title Page</a:t>
            </a:r>
            <a:endParaRPr b="1" sz="1214">
              <a:solidFill>
                <a:srgbClr val="00519B"/>
              </a:solidFill>
              <a:latin typeface="Inter"/>
              <a:ea typeface="Inter"/>
              <a:cs typeface="Inter"/>
              <a:sym typeface="Inter"/>
            </a:endParaRPr>
          </a:p>
          <a:p>
            <a:pPr indent="0" lvl="0" marL="0" rtl="0" algn="just">
              <a:spcBef>
                <a:spcPts val="0"/>
              </a:spcBef>
              <a:spcAft>
                <a:spcPts val="0"/>
              </a:spcAft>
              <a:buNone/>
            </a:pPr>
            <a:r>
              <a:rPr b="1" lang="en-GB" sz="1214">
                <a:solidFill>
                  <a:srgbClr val="00519B"/>
                </a:solidFill>
                <a:latin typeface="Inter"/>
                <a:ea typeface="Inter"/>
                <a:cs typeface="Inter"/>
                <a:sym typeface="Inter"/>
              </a:rPr>
              <a:t>Lorem Ipsum</a:t>
            </a:r>
            <a:endParaRPr b="1" sz="1214">
              <a:solidFill>
                <a:srgbClr val="00519B"/>
              </a:solidFill>
              <a:latin typeface="Inter"/>
              <a:ea typeface="Inter"/>
              <a:cs typeface="Inter"/>
              <a:sym typeface="Inter"/>
            </a:endParaRPr>
          </a:p>
        </p:txBody>
      </p:sp>
      <p:sp>
        <p:nvSpPr>
          <p:cNvPr id="702" name="Google Shape;702;p70"/>
          <p:cNvSpPr txBox="1"/>
          <p:nvPr/>
        </p:nvSpPr>
        <p:spPr>
          <a:xfrm>
            <a:off x="620500" y="2185349"/>
            <a:ext cx="704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200"/>
              </a:spcAft>
              <a:buNone/>
            </a:pPr>
            <a:r>
              <a:rPr b="1" lang="en-GB" sz="600">
                <a:solidFill>
                  <a:srgbClr val="0C57C2"/>
                </a:solidFill>
                <a:latin typeface="Inter"/>
                <a:ea typeface="Inter"/>
                <a:cs typeface="Inter"/>
                <a:sym typeface="Inter"/>
              </a:rPr>
              <a:t>Lorem ipsum dolor sit </a:t>
            </a:r>
            <a:endParaRPr b="1" sz="600"/>
          </a:p>
        </p:txBody>
      </p:sp>
      <p:sp>
        <p:nvSpPr>
          <p:cNvPr id="704" name="Google Shape;704;p70"/>
          <p:cNvSpPr txBox="1"/>
          <p:nvPr/>
        </p:nvSpPr>
        <p:spPr>
          <a:xfrm>
            <a:off x="1447875" y="1668187"/>
            <a:ext cx="704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200"/>
              </a:spcAft>
              <a:buNone/>
            </a:pPr>
            <a:r>
              <a:rPr b="1" lang="en-GB" sz="600">
                <a:solidFill>
                  <a:srgbClr val="0C57C2"/>
                </a:solidFill>
                <a:latin typeface="Inter"/>
                <a:ea typeface="Inter"/>
                <a:cs typeface="Inter"/>
                <a:sym typeface="Inter"/>
              </a:rPr>
              <a:t>Lorem ipsum dolor sit </a:t>
            </a:r>
            <a:endParaRPr b="1" sz="600"/>
          </a:p>
        </p:txBody>
      </p:sp>
      <p:sp>
        <p:nvSpPr>
          <p:cNvPr id="705" name="Google Shape;705;p70"/>
          <p:cNvSpPr txBox="1"/>
          <p:nvPr/>
        </p:nvSpPr>
        <p:spPr>
          <a:xfrm>
            <a:off x="2275263" y="2236074"/>
            <a:ext cx="704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200"/>
              </a:spcAft>
              <a:buNone/>
            </a:pPr>
            <a:r>
              <a:rPr b="1" lang="en-GB" sz="600">
                <a:solidFill>
                  <a:srgbClr val="0C57C2"/>
                </a:solidFill>
                <a:latin typeface="Inter"/>
                <a:ea typeface="Inter"/>
                <a:cs typeface="Inter"/>
                <a:sym typeface="Inter"/>
              </a:rPr>
              <a:t>Lorem ipsum dolor sit </a:t>
            </a:r>
            <a:endParaRPr b="1" sz="600"/>
          </a:p>
        </p:txBody>
      </p:sp>
      <p:sp>
        <p:nvSpPr>
          <p:cNvPr id="706" name="Google Shape;706;p70"/>
          <p:cNvSpPr txBox="1"/>
          <p:nvPr/>
        </p:nvSpPr>
        <p:spPr>
          <a:xfrm>
            <a:off x="3102650" y="1668187"/>
            <a:ext cx="704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200"/>
              </a:spcAft>
              <a:buNone/>
            </a:pPr>
            <a:r>
              <a:rPr b="1" lang="en-GB" sz="600">
                <a:solidFill>
                  <a:srgbClr val="0C57C2"/>
                </a:solidFill>
                <a:latin typeface="Inter"/>
                <a:ea typeface="Inter"/>
                <a:cs typeface="Inter"/>
                <a:sym typeface="Inter"/>
              </a:rPr>
              <a:t>Lorem ipsum dolor sit </a:t>
            </a:r>
            <a:endParaRPr b="1" sz="600"/>
          </a:p>
        </p:txBody>
      </p:sp>
      <p:cxnSp>
        <p:nvCxnSpPr>
          <p:cNvPr id="707" name="Google Shape;707;p70"/>
          <p:cNvCxnSpPr>
            <a:stCxn id="676" idx="0"/>
            <a:endCxn id="705" idx="2"/>
          </p:cNvCxnSpPr>
          <p:nvPr/>
        </p:nvCxnSpPr>
        <p:spPr>
          <a:xfrm rot="10800000">
            <a:off x="2627317" y="2605342"/>
            <a:ext cx="0" cy="375300"/>
          </a:xfrm>
          <a:prstGeom prst="straightConnector1">
            <a:avLst/>
          </a:prstGeom>
          <a:noFill/>
          <a:ln cap="flat" cmpd="sng" w="9525">
            <a:solidFill>
              <a:schemeClr val="dk2"/>
            </a:solidFill>
            <a:prstDash val="solid"/>
            <a:round/>
            <a:headEnd len="med" w="med" type="oval"/>
            <a:tailEnd len="med" w="med" type="oval"/>
          </a:ln>
        </p:spPr>
      </p:cxnSp>
      <p:sp>
        <p:nvSpPr>
          <p:cNvPr id="708" name="Google Shape;708;p70"/>
          <p:cNvSpPr txBox="1"/>
          <p:nvPr/>
        </p:nvSpPr>
        <p:spPr>
          <a:xfrm>
            <a:off x="3930025" y="2065449"/>
            <a:ext cx="704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200"/>
              </a:spcAft>
              <a:buNone/>
            </a:pPr>
            <a:r>
              <a:rPr b="1" lang="en-GB" sz="600">
                <a:solidFill>
                  <a:srgbClr val="0C57C2"/>
                </a:solidFill>
                <a:latin typeface="Inter"/>
                <a:ea typeface="Inter"/>
                <a:cs typeface="Inter"/>
                <a:sym typeface="Inter"/>
              </a:rPr>
              <a:t>Lorem ipsum dolor sit </a:t>
            </a:r>
            <a:endParaRPr b="1" sz="600"/>
          </a:p>
        </p:txBody>
      </p:sp>
      <p:sp>
        <p:nvSpPr>
          <p:cNvPr id="709" name="Google Shape;709;p70"/>
          <p:cNvSpPr txBox="1"/>
          <p:nvPr/>
        </p:nvSpPr>
        <p:spPr>
          <a:xfrm>
            <a:off x="4757413" y="1867224"/>
            <a:ext cx="704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200"/>
              </a:spcAft>
              <a:buNone/>
            </a:pPr>
            <a:r>
              <a:rPr b="1" lang="en-GB" sz="600">
                <a:solidFill>
                  <a:srgbClr val="0C57C2"/>
                </a:solidFill>
                <a:latin typeface="Inter"/>
                <a:ea typeface="Inter"/>
                <a:cs typeface="Inter"/>
                <a:sym typeface="Inter"/>
              </a:rPr>
              <a:t>Lorem ipsum dolor sit </a:t>
            </a:r>
            <a:endParaRPr b="1" sz="600"/>
          </a:p>
        </p:txBody>
      </p:sp>
      <p:sp>
        <p:nvSpPr>
          <p:cNvPr id="710" name="Google Shape;710;p70"/>
          <p:cNvSpPr txBox="1"/>
          <p:nvPr/>
        </p:nvSpPr>
        <p:spPr>
          <a:xfrm>
            <a:off x="5584788" y="1486887"/>
            <a:ext cx="704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200"/>
              </a:spcAft>
              <a:buNone/>
            </a:pPr>
            <a:r>
              <a:rPr b="1" lang="en-GB" sz="600">
                <a:solidFill>
                  <a:srgbClr val="0C57C2"/>
                </a:solidFill>
                <a:latin typeface="Inter"/>
                <a:ea typeface="Inter"/>
                <a:cs typeface="Inter"/>
                <a:sym typeface="Inter"/>
              </a:rPr>
              <a:t>Lorem ipsum dolor sit </a:t>
            </a:r>
            <a:endParaRPr b="1" sz="600"/>
          </a:p>
        </p:txBody>
      </p:sp>
      <p:sp>
        <p:nvSpPr>
          <p:cNvPr id="711" name="Google Shape;711;p70"/>
          <p:cNvSpPr txBox="1"/>
          <p:nvPr/>
        </p:nvSpPr>
        <p:spPr>
          <a:xfrm>
            <a:off x="6412163" y="1648849"/>
            <a:ext cx="704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200"/>
              </a:spcAft>
              <a:buNone/>
            </a:pPr>
            <a:r>
              <a:rPr b="1" lang="en-GB" sz="600">
                <a:solidFill>
                  <a:srgbClr val="0C57C2"/>
                </a:solidFill>
                <a:latin typeface="Inter"/>
                <a:ea typeface="Inter"/>
                <a:cs typeface="Inter"/>
                <a:sym typeface="Inter"/>
              </a:rPr>
              <a:t>Lorem ipsum dolor sit </a:t>
            </a:r>
            <a:endParaRPr b="1" sz="600"/>
          </a:p>
        </p:txBody>
      </p:sp>
      <p:sp>
        <p:nvSpPr>
          <p:cNvPr id="712" name="Google Shape;712;p70"/>
          <p:cNvSpPr txBox="1"/>
          <p:nvPr/>
        </p:nvSpPr>
        <p:spPr>
          <a:xfrm>
            <a:off x="7239538" y="1599224"/>
            <a:ext cx="704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200"/>
              </a:spcAft>
              <a:buNone/>
            </a:pPr>
            <a:r>
              <a:rPr b="1" lang="en-GB" sz="600">
                <a:solidFill>
                  <a:srgbClr val="0C57C2"/>
                </a:solidFill>
                <a:latin typeface="Inter"/>
                <a:ea typeface="Inter"/>
                <a:cs typeface="Inter"/>
                <a:sym typeface="Inter"/>
              </a:rPr>
              <a:t>Lorem ipsum dolor sit </a:t>
            </a:r>
            <a:endParaRPr b="1" sz="600"/>
          </a:p>
        </p:txBody>
      </p:sp>
      <p:sp>
        <p:nvSpPr>
          <p:cNvPr id="713" name="Google Shape;713;p70"/>
          <p:cNvSpPr txBox="1"/>
          <p:nvPr/>
        </p:nvSpPr>
        <p:spPr>
          <a:xfrm>
            <a:off x="8066913" y="1497937"/>
            <a:ext cx="704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200"/>
              </a:spcAft>
              <a:buNone/>
            </a:pPr>
            <a:r>
              <a:rPr b="1" lang="en-GB" sz="600">
                <a:solidFill>
                  <a:srgbClr val="0C57C2"/>
                </a:solidFill>
                <a:latin typeface="Inter"/>
                <a:ea typeface="Inter"/>
                <a:cs typeface="Inter"/>
                <a:sym typeface="Inter"/>
              </a:rPr>
              <a:t>Lorem ipsum dolor sit </a:t>
            </a:r>
            <a:endParaRPr b="1" sz="600"/>
          </a:p>
        </p:txBody>
      </p:sp>
      <p:cxnSp>
        <p:nvCxnSpPr>
          <p:cNvPr id="714" name="Google Shape;714;p70"/>
          <p:cNvCxnSpPr>
            <a:stCxn id="677" idx="0"/>
            <a:endCxn id="708" idx="2"/>
          </p:cNvCxnSpPr>
          <p:nvPr/>
        </p:nvCxnSpPr>
        <p:spPr>
          <a:xfrm rot="10800000">
            <a:off x="4282075" y="2434635"/>
            <a:ext cx="0" cy="375000"/>
          </a:xfrm>
          <a:prstGeom prst="straightConnector1">
            <a:avLst/>
          </a:prstGeom>
          <a:noFill/>
          <a:ln cap="flat" cmpd="sng" w="9525">
            <a:solidFill>
              <a:schemeClr val="dk2"/>
            </a:solidFill>
            <a:prstDash val="solid"/>
            <a:round/>
            <a:headEnd len="med" w="med" type="oval"/>
            <a:tailEnd len="med" w="med" type="oval"/>
          </a:ln>
        </p:spPr>
      </p:cxnSp>
      <p:cxnSp>
        <p:nvCxnSpPr>
          <p:cNvPr id="715" name="Google Shape;715;p70"/>
          <p:cNvCxnSpPr>
            <a:stCxn id="678" idx="0"/>
            <a:endCxn id="709" idx="2"/>
          </p:cNvCxnSpPr>
          <p:nvPr/>
        </p:nvCxnSpPr>
        <p:spPr>
          <a:xfrm rot="10800000">
            <a:off x="5109475" y="2236625"/>
            <a:ext cx="0" cy="391200"/>
          </a:xfrm>
          <a:prstGeom prst="straightConnector1">
            <a:avLst/>
          </a:prstGeom>
          <a:noFill/>
          <a:ln cap="flat" cmpd="sng" w="9525">
            <a:solidFill>
              <a:schemeClr val="dk2"/>
            </a:solidFill>
            <a:prstDash val="solid"/>
            <a:round/>
            <a:headEnd len="med" w="med" type="oval"/>
            <a:tailEnd len="med" w="med" type="oval"/>
          </a:ln>
        </p:spPr>
      </p:cxnSp>
      <p:cxnSp>
        <p:nvCxnSpPr>
          <p:cNvPr id="716" name="Google Shape;716;p70"/>
          <p:cNvCxnSpPr>
            <a:stCxn id="679" idx="0"/>
            <a:endCxn id="711" idx="2"/>
          </p:cNvCxnSpPr>
          <p:nvPr/>
        </p:nvCxnSpPr>
        <p:spPr>
          <a:xfrm rot="10800000">
            <a:off x="6764229" y="2018002"/>
            <a:ext cx="0" cy="261000"/>
          </a:xfrm>
          <a:prstGeom prst="straightConnector1">
            <a:avLst/>
          </a:prstGeom>
          <a:noFill/>
          <a:ln cap="flat" cmpd="sng" w="9525">
            <a:solidFill>
              <a:schemeClr val="dk2"/>
            </a:solidFill>
            <a:prstDash val="solid"/>
            <a:round/>
            <a:headEnd len="med" w="med" type="oval"/>
            <a:tailEnd len="med" w="med" type="oval"/>
          </a:ln>
        </p:spPr>
      </p:cxnSp>
      <p:cxnSp>
        <p:nvCxnSpPr>
          <p:cNvPr id="717" name="Google Shape;717;p70"/>
          <p:cNvCxnSpPr>
            <a:stCxn id="682" idx="0"/>
            <a:endCxn id="712" idx="2"/>
          </p:cNvCxnSpPr>
          <p:nvPr/>
        </p:nvCxnSpPr>
        <p:spPr>
          <a:xfrm rot="10800000">
            <a:off x="7591618" y="1968476"/>
            <a:ext cx="0" cy="267600"/>
          </a:xfrm>
          <a:prstGeom prst="straightConnector1">
            <a:avLst/>
          </a:prstGeom>
          <a:noFill/>
          <a:ln cap="flat" cmpd="sng" w="9525">
            <a:solidFill>
              <a:schemeClr val="dk2"/>
            </a:solidFill>
            <a:prstDash val="solid"/>
            <a:round/>
            <a:headEnd len="med" w="med" type="oval"/>
            <a:tailEnd len="med" w="med" type="oval"/>
          </a:ln>
        </p:spPr>
      </p:cxnSp>
      <p:cxnSp>
        <p:nvCxnSpPr>
          <p:cNvPr id="718" name="Google Shape;718;p70"/>
          <p:cNvCxnSpPr>
            <a:stCxn id="681" idx="0"/>
            <a:endCxn id="713" idx="2"/>
          </p:cNvCxnSpPr>
          <p:nvPr/>
        </p:nvCxnSpPr>
        <p:spPr>
          <a:xfrm rot="10800000">
            <a:off x="8418975" y="1867100"/>
            <a:ext cx="300" cy="268800"/>
          </a:xfrm>
          <a:prstGeom prst="straightConnector1">
            <a:avLst/>
          </a:prstGeom>
          <a:noFill/>
          <a:ln cap="flat" cmpd="sng" w="9525">
            <a:solidFill>
              <a:schemeClr val="dk2"/>
            </a:solidFill>
            <a:prstDash val="solid"/>
            <a:round/>
            <a:headEnd len="med" w="med" type="oval"/>
            <a:tailEnd len="med" w="med" type="oval"/>
          </a:ln>
        </p:spPr>
      </p:cxnSp>
      <p:sp>
        <p:nvSpPr>
          <p:cNvPr id="719" name="Google Shape;719;p70"/>
          <p:cNvSpPr txBox="1"/>
          <p:nvPr/>
        </p:nvSpPr>
        <p:spPr>
          <a:xfrm>
            <a:off x="1447875" y="2120487"/>
            <a:ext cx="704100" cy="415500"/>
          </a:xfrm>
          <a:prstGeom prst="rect">
            <a:avLst/>
          </a:prstGeom>
          <a:noFill/>
          <a:ln>
            <a:noFill/>
          </a:ln>
        </p:spPr>
        <p:txBody>
          <a:bodyPr anchorCtr="0" anchor="t" bIns="91425" lIns="90000" spcFirstLastPara="1" rIns="91425" wrap="square" tIns="91425">
            <a:spAutoFit/>
          </a:bodyPr>
          <a:lstStyle/>
          <a:p>
            <a:pPr indent="-49750" lvl="0" marL="18000" rtl="0" algn="l">
              <a:spcBef>
                <a:spcPts val="0"/>
              </a:spcBef>
              <a:spcAft>
                <a:spcPts val="0"/>
              </a:spcAft>
              <a:buClr>
                <a:srgbClr val="0C57C2"/>
              </a:buClr>
              <a:buSzPts val="500"/>
              <a:buFont typeface="Inter"/>
              <a:buChar char="●"/>
            </a:pPr>
            <a:r>
              <a:rPr lang="en-GB" sz="500">
                <a:solidFill>
                  <a:srgbClr val="0C57C2"/>
                </a:solidFill>
                <a:latin typeface="Inter"/>
                <a:ea typeface="Inter"/>
                <a:cs typeface="Inter"/>
                <a:sym typeface="Inter"/>
              </a:rPr>
              <a:t>Lorem ipsum dolor sit </a:t>
            </a:r>
            <a:endParaRPr sz="500">
              <a:solidFill>
                <a:srgbClr val="0C57C2"/>
              </a:solidFill>
              <a:latin typeface="Inter"/>
              <a:ea typeface="Inter"/>
              <a:cs typeface="Inter"/>
              <a:sym typeface="Inter"/>
            </a:endParaRPr>
          </a:p>
          <a:p>
            <a:pPr indent="-49750" lvl="0" marL="18000" rtl="0" algn="l">
              <a:spcBef>
                <a:spcPts val="0"/>
              </a:spcBef>
              <a:spcAft>
                <a:spcPts val="0"/>
              </a:spcAft>
              <a:buClr>
                <a:srgbClr val="0C57C2"/>
              </a:buClr>
              <a:buSzPts val="500"/>
              <a:buFont typeface="Inter"/>
              <a:buChar char="●"/>
            </a:pPr>
            <a:r>
              <a:rPr lang="en-GB" sz="500">
                <a:solidFill>
                  <a:srgbClr val="0C57C2"/>
                </a:solidFill>
                <a:latin typeface="Inter"/>
                <a:ea typeface="Inter"/>
                <a:cs typeface="Inter"/>
                <a:sym typeface="Inter"/>
              </a:rPr>
              <a:t>Lorem ipsum</a:t>
            </a:r>
            <a:endParaRPr sz="500">
              <a:solidFill>
                <a:srgbClr val="0C57C2"/>
              </a:solidFill>
              <a:latin typeface="Inter"/>
              <a:ea typeface="Inter"/>
              <a:cs typeface="Inter"/>
              <a:sym typeface="Inter"/>
            </a:endParaRPr>
          </a:p>
        </p:txBody>
      </p:sp>
      <p:sp>
        <p:nvSpPr>
          <p:cNvPr id="720" name="Google Shape;720;p70"/>
          <p:cNvSpPr txBox="1"/>
          <p:nvPr/>
        </p:nvSpPr>
        <p:spPr>
          <a:xfrm>
            <a:off x="3102650" y="2120487"/>
            <a:ext cx="704100" cy="415500"/>
          </a:xfrm>
          <a:prstGeom prst="rect">
            <a:avLst/>
          </a:prstGeom>
          <a:noFill/>
          <a:ln>
            <a:noFill/>
          </a:ln>
        </p:spPr>
        <p:txBody>
          <a:bodyPr anchorCtr="0" anchor="t" bIns="91425" lIns="90000" spcFirstLastPara="1" rIns="91425" wrap="square" tIns="91425">
            <a:spAutoFit/>
          </a:bodyPr>
          <a:lstStyle/>
          <a:p>
            <a:pPr indent="-49750" lvl="0" marL="18000" rtl="0" algn="l">
              <a:spcBef>
                <a:spcPts val="0"/>
              </a:spcBef>
              <a:spcAft>
                <a:spcPts val="0"/>
              </a:spcAft>
              <a:buClr>
                <a:srgbClr val="0C57C2"/>
              </a:buClr>
              <a:buSzPts val="500"/>
              <a:buFont typeface="Inter"/>
              <a:buChar char="●"/>
            </a:pPr>
            <a:r>
              <a:rPr lang="en-GB" sz="500">
                <a:solidFill>
                  <a:srgbClr val="0C57C2"/>
                </a:solidFill>
                <a:latin typeface="Inter"/>
                <a:ea typeface="Inter"/>
                <a:cs typeface="Inter"/>
                <a:sym typeface="Inter"/>
              </a:rPr>
              <a:t>Lorem ipsum dolor sit </a:t>
            </a:r>
            <a:endParaRPr sz="500">
              <a:solidFill>
                <a:srgbClr val="0C57C2"/>
              </a:solidFill>
              <a:latin typeface="Inter"/>
              <a:ea typeface="Inter"/>
              <a:cs typeface="Inter"/>
              <a:sym typeface="Inter"/>
            </a:endParaRPr>
          </a:p>
          <a:p>
            <a:pPr indent="-49750" lvl="0" marL="18000" rtl="0" algn="l">
              <a:spcBef>
                <a:spcPts val="0"/>
              </a:spcBef>
              <a:spcAft>
                <a:spcPts val="0"/>
              </a:spcAft>
              <a:buClr>
                <a:srgbClr val="0C57C2"/>
              </a:buClr>
              <a:buSzPts val="500"/>
              <a:buFont typeface="Inter"/>
              <a:buChar char="●"/>
            </a:pPr>
            <a:r>
              <a:rPr lang="en-GB" sz="500">
                <a:solidFill>
                  <a:srgbClr val="0C57C2"/>
                </a:solidFill>
                <a:latin typeface="Inter"/>
                <a:ea typeface="Inter"/>
                <a:cs typeface="Inter"/>
                <a:sym typeface="Inter"/>
              </a:rPr>
              <a:t>Lorem ipsum</a:t>
            </a:r>
            <a:endParaRPr sz="500">
              <a:solidFill>
                <a:srgbClr val="0C57C2"/>
              </a:solidFill>
              <a:latin typeface="Inter"/>
              <a:ea typeface="Inter"/>
              <a:cs typeface="Inter"/>
              <a:sym typeface="Inter"/>
            </a:endParaRPr>
          </a:p>
        </p:txBody>
      </p:sp>
      <p:sp>
        <p:nvSpPr>
          <p:cNvPr id="721" name="Google Shape;721;p70"/>
          <p:cNvSpPr txBox="1"/>
          <p:nvPr/>
        </p:nvSpPr>
        <p:spPr>
          <a:xfrm>
            <a:off x="5584800" y="1931162"/>
            <a:ext cx="704100" cy="261600"/>
          </a:xfrm>
          <a:prstGeom prst="rect">
            <a:avLst/>
          </a:prstGeom>
          <a:noFill/>
          <a:ln>
            <a:noFill/>
          </a:ln>
        </p:spPr>
        <p:txBody>
          <a:bodyPr anchorCtr="0" anchor="t" bIns="91425" lIns="90000" spcFirstLastPara="1" rIns="91425" wrap="square" tIns="91425">
            <a:spAutoFit/>
          </a:bodyPr>
          <a:lstStyle/>
          <a:p>
            <a:pPr indent="-49750" lvl="0" marL="18000" rtl="0" algn="l">
              <a:spcBef>
                <a:spcPts val="0"/>
              </a:spcBef>
              <a:spcAft>
                <a:spcPts val="0"/>
              </a:spcAft>
              <a:buClr>
                <a:srgbClr val="0C57C2"/>
              </a:buClr>
              <a:buSzPts val="500"/>
              <a:buFont typeface="Inter"/>
              <a:buChar char="●"/>
            </a:pPr>
            <a:r>
              <a:rPr lang="en-GB" sz="500">
                <a:solidFill>
                  <a:srgbClr val="0C57C2"/>
                </a:solidFill>
                <a:latin typeface="Inter"/>
                <a:ea typeface="Inter"/>
                <a:cs typeface="Inter"/>
                <a:sym typeface="Inter"/>
              </a:rPr>
              <a:t>Lorem ipsum</a:t>
            </a:r>
            <a:endParaRPr sz="500">
              <a:solidFill>
                <a:srgbClr val="0C57C2"/>
              </a:solidFill>
              <a:latin typeface="Inter"/>
              <a:ea typeface="Inter"/>
              <a:cs typeface="Inter"/>
              <a:sym typeface="Inter"/>
            </a:endParaRPr>
          </a:p>
        </p:txBody>
      </p:sp>
      <p:cxnSp>
        <p:nvCxnSpPr>
          <p:cNvPr id="722" name="Google Shape;722;p70"/>
          <p:cNvCxnSpPr>
            <a:stCxn id="680" idx="0"/>
            <a:endCxn id="721" idx="2"/>
          </p:cNvCxnSpPr>
          <p:nvPr/>
        </p:nvCxnSpPr>
        <p:spPr>
          <a:xfrm rot="10800000">
            <a:off x="5936850" y="2192724"/>
            <a:ext cx="0" cy="313500"/>
          </a:xfrm>
          <a:prstGeom prst="straightConnector1">
            <a:avLst/>
          </a:prstGeom>
          <a:noFill/>
          <a:ln cap="flat" cmpd="sng" w="9525">
            <a:solidFill>
              <a:schemeClr val="dk2"/>
            </a:solidFill>
            <a:prstDash val="solid"/>
            <a:round/>
            <a:headEnd len="med" w="med" type="oval"/>
            <a:tailEnd len="med" w="med" type="oval"/>
          </a:ln>
        </p:spPr>
      </p:cxnSp>
      <p:cxnSp>
        <p:nvCxnSpPr>
          <p:cNvPr id="723" name="Google Shape;723;p70"/>
          <p:cNvCxnSpPr>
            <a:stCxn id="675" idx="0"/>
            <a:endCxn id="720" idx="2"/>
          </p:cNvCxnSpPr>
          <p:nvPr/>
        </p:nvCxnSpPr>
        <p:spPr>
          <a:xfrm rot="10800000">
            <a:off x="3454700" y="2536000"/>
            <a:ext cx="0" cy="333900"/>
          </a:xfrm>
          <a:prstGeom prst="straightConnector1">
            <a:avLst/>
          </a:prstGeom>
          <a:noFill/>
          <a:ln cap="flat" cmpd="sng" w="9525">
            <a:solidFill>
              <a:schemeClr val="dk2"/>
            </a:solidFill>
            <a:prstDash val="solid"/>
            <a:round/>
            <a:headEnd len="med" w="med" type="oval"/>
            <a:tailEnd len="med" w="med" type="oval"/>
          </a:ln>
        </p:spPr>
      </p:cxnSp>
      <p:cxnSp>
        <p:nvCxnSpPr>
          <p:cNvPr id="724" name="Google Shape;724;p70"/>
          <p:cNvCxnSpPr>
            <a:stCxn id="674" idx="0"/>
            <a:endCxn id="719" idx="2"/>
          </p:cNvCxnSpPr>
          <p:nvPr/>
        </p:nvCxnSpPr>
        <p:spPr>
          <a:xfrm rot="10800000">
            <a:off x="1799925" y="2535900"/>
            <a:ext cx="0" cy="556200"/>
          </a:xfrm>
          <a:prstGeom prst="straightConnector1">
            <a:avLst/>
          </a:prstGeom>
          <a:noFill/>
          <a:ln cap="flat" cmpd="sng" w="9525">
            <a:solidFill>
              <a:schemeClr val="dk2"/>
            </a:solidFill>
            <a:prstDash val="solid"/>
            <a:round/>
            <a:headEnd len="med" w="med" type="oval"/>
            <a:tailEnd len="med" w="med" type="oval"/>
          </a:ln>
        </p:spPr>
      </p:cxnSp>
      <p:pic>
        <p:nvPicPr>
          <p:cNvPr id="725" name="Google Shape;725;p70" title="Icon Roket.png"/>
          <p:cNvPicPr preferRelativeResize="0"/>
          <p:nvPr/>
        </p:nvPicPr>
        <p:blipFill>
          <a:blip r:embed="rId5">
            <a:alphaModFix/>
          </a:blip>
          <a:stretch>
            <a:fillRect/>
          </a:stretch>
        </p:blipFill>
        <p:spPr>
          <a:xfrm>
            <a:off x="1447875" y="3323950"/>
            <a:ext cx="210248" cy="210248"/>
          </a:xfrm>
          <a:prstGeom prst="rect">
            <a:avLst/>
          </a:prstGeom>
          <a:noFill/>
          <a:ln>
            <a:noFill/>
          </a:ln>
        </p:spPr>
      </p:pic>
      <p:pic>
        <p:nvPicPr>
          <p:cNvPr id="726" name="Google Shape;726;p70" title="Icon Roket.png"/>
          <p:cNvPicPr preferRelativeResize="0"/>
          <p:nvPr/>
        </p:nvPicPr>
        <p:blipFill>
          <a:blip r:embed="rId5">
            <a:alphaModFix/>
          </a:blip>
          <a:stretch>
            <a:fillRect/>
          </a:stretch>
        </p:blipFill>
        <p:spPr>
          <a:xfrm>
            <a:off x="4757425" y="3323950"/>
            <a:ext cx="210248" cy="210248"/>
          </a:xfrm>
          <a:prstGeom prst="rect">
            <a:avLst/>
          </a:prstGeom>
          <a:noFill/>
          <a:ln>
            <a:noFill/>
          </a:ln>
        </p:spPr>
      </p:pic>
      <p:pic>
        <p:nvPicPr>
          <p:cNvPr id="727" name="Google Shape;727;p70" title="Icon Roket.png"/>
          <p:cNvPicPr preferRelativeResize="0"/>
          <p:nvPr/>
        </p:nvPicPr>
        <p:blipFill>
          <a:blip r:embed="rId5">
            <a:alphaModFix/>
          </a:blip>
          <a:stretch>
            <a:fillRect/>
          </a:stretch>
        </p:blipFill>
        <p:spPr>
          <a:xfrm>
            <a:off x="8066975" y="3323950"/>
            <a:ext cx="210248" cy="21024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71"/>
          <p:cNvSpPr txBox="1"/>
          <p:nvPr/>
        </p:nvSpPr>
        <p:spPr>
          <a:xfrm>
            <a:off x="8580950" y="4663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dk1"/>
                </a:solidFill>
                <a:latin typeface="Inter"/>
                <a:ea typeface="Inter"/>
                <a:cs typeface="Inter"/>
                <a:sym typeface="Inter"/>
              </a:rPr>
              <a:t>‹#›</a:t>
            </a:fld>
            <a:endParaRPr b="1" sz="600">
              <a:solidFill>
                <a:schemeClr val="dk1"/>
              </a:solidFill>
              <a:latin typeface="Inter"/>
              <a:ea typeface="Inter"/>
              <a:cs typeface="Inter"/>
              <a:sym typeface="Inter"/>
            </a:endParaRPr>
          </a:p>
        </p:txBody>
      </p:sp>
      <p:sp>
        <p:nvSpPr>
          <p:cNvPr id="733" name="Google Shape;733;p71"/>
          <p:cNvSpPr txBox="1"/>
          <p:nvPr>
            <p:ph idx="4294967295" type="ctrTitle"/>
          </p:nvPr>
        </p:nvSpPr>
        <p:spPr>
          <a:xfrm>
            <a:off x="1050165" y="2302725"/>
            <a:ext cx="2586000" cy="626700"/>
          </a:xfrm>
          <a:prstGeom prst="rect">
            <a:avLst/>
          </a:prstGeom>
        </p:spPr>
        <p:txBody>
          <a:bodyPr anchorCtr="0" anchor="ctr" bIns="34275" lIns="68575" spcFirstLastPara="1" rIns="68575" wrap="square" tIns="34275">
            <a:noAutofit/>
          </a:bodyPr>
          <a:lstStyle/>
          <a:p>
            <a:pPr indent="0" lvl="0" marL="0" rtl="0" algn="l">
              <a:lnSpc>
                <a:spcPct val="115000"/>
              </a:lnSpc>
              <a:spcBef>
                <a:spcPts val="1200"/>
              </a:spcBef>
              <a:spcAft>
                <a:spcPts val="1200"/>
              </a:spcAft>
              <a:buSzPts val="990"/>
              <a:buNone/>
            </a:pPr>
            <a:r>
              <a:rPr b="1" lang="en-GB" sz="2320">
                <a:solidFill>
                  <a:srgbClr val="0C57C2"/>
                </a:solidFill>
                <a:highlight>
                  <a:srgbClr val="FFFFFF"/>
                </a:highlight>
                <a:latin typeface="Inter"/>
                <a:ea typeface="Inter"/>
                <a:cs typeface="Inter"/>
                <a:sym typeface="Inter"/>
              </a:rPr>
              <a:t>Terima Kasih</a:t>
            </a:r>
            <a:endParaRPr b="1" sz="1960">
              <a:latin typeface="Inter"/>
              <a:ea typeface="Inter"/>
              <a:cs typeface="Inter"/>
              <a:sym typeface="Inter"/>
            </a:endParaRPr>
          </a:p>
        </p:txBody>
      </p:sp>
      <p:sp>
        <p:nvSpPr>
          <p:cNvPr id="734" name="Google Shape;734;p71"/>
          <p:cNvSpPr txBox="1"/>
          <p:nvPr>
            <p:ph idx="4294967295" type="subTitle"/>
          </p:nvPr>
        </p:nvSpPr>
        <p:spPr>
          <a:xfrm>
            <a:off x="1050165" y="2827825"/>
            <a:ext cx="2521800" cy="446700"/>
          </a:xfrm>
          <a:prstGeom prst="rect">
            <a:avLst/>
          </a:prstGeom>
        </p:spPr>
        <p:txBody>
          <a:bodyPr anchorCtr="0" anchor="t" bIns="34275" lIns="68575" spcFirstLastPara="1" rIns="68575" wrap="square" tIns="34275">
            <a:normAutofit/>
          </a:bodyPr>
          <a:lstStyle/>
          <a:p>
            <a:pPr indent="0" lvl="0" marL="0" rtl="0" algn="l">
              <a:lnSpc>
                <a:spcPct val="95000"/>
              </a:lnSpc>
              <a:spcBef>
                <a:spcPts val="800"/>
              </a:spcBef>
              <a:spcAft>
                <a:spcPts val="0"/>
              </a:spcAft>
              <a:buNone/>
            </a:pPr>
            <a:r>
              <a:rPr b="1" i="1" lang="en-GB" sz="1400">
                <a:solidFill>
                  <a:srgbClr val="434343"/>
                </a:solidFill>
                <a:latin typeface="Inter"/>
                <a:ea typeface="Inter"/>
                <a:cs typeface="Inter"/>
                <a:sym typeface="Inter"/>
              </a:rPr>
              <a:t>Thank you.</a:t>
            </a:r>
            <a:endParaRPr b="1" i="1" sz="1400">
              <a:solidFill>
                <a:srgbClr val="434343"/>
              </a:solidFill>
              <a:latin typeface="Inter"/>
              <a:ea typeface="Inter"/>
              <a:cs typeface="Inter"/>
              <a:sym typeface="Inter"/>
            </a:endParaRPr>
          </a:p>
        </p:txBody>
      </p:sp>
      <p:pic>
        <p:nvPicPr>
          <p:cNvPr id="735" name="Google Shape;735;p71" title="Menara-BRI.png"/>
          <p:cNvPicPr preferRelativeResize="0"/>
          <p:nvPr/>
        </p:nvPicPr>
        <p:blipFill rotWithShape="1">
          <a:blip r:embed="rId3">
            <a:alphaModFix/>
          </a:blip>
          <a:srcRect b="16912" l="-6875" r="-6943" t="-2933"/>
          <a:stretch/>
        </p:blipFill>
        <p:spPr>
          <a:xfrm>
            <a:off x="4581489" y="1396823"/>
            <a:ext cx="3486300" cy="2986200"/>
          </a:xfrm>
          <a:prstGeom prst="roundRect">
            <a:avLst>
              <a:gd fmla="val 17023" name="adj"/>
            </a:avLst>
          </a:prstGeom>
          <a:noFill/>
          <a:ln>
            <a:noFill/>
          </a:ln>
        </p:spPr>
      </p:pic>
      <p:sp>
        <p:nvSpPr>
          <p:cNvPr id="736" name="Google Shape;736;p71"/>
          <p:cNvSpPr/>
          <p:nvPr/>
        </p:nvSpPr>
        <p:spPr>
          <a:xfrm>
            <a:off x="4572000" y="1183164"/>
            <a:ext cx="3486300" cy="3210900"/>
          </a:xfrm>
          <a:prstGeom prst="roundRect">
            <a:avLst>
              <a:gd fmla="val 11520" name="adj"/>
            </a:avLst>
          </a:prstGeom>
          <a:noFill/>
          <a:ln cap="flat" cmpd="sng" w="68050">
            <a:solidFill>
              <a:srgbClr val="0C57C2"/>
            </a:solidFill>
            <a:prstDash val="solid"/>
            <a:round/>
            <a:headEnd len="sm" w="sm" type="none"/>
            <a:tailEnd len="sm" w="sm" type="none"/>
          </a:ln>
        </p:spPr>
        <p:txBody>
          <a:bodyPr anchorCtr="0" anchor="ctr" bIns="81625" lIns="81625" spcFirstLastPara="1" rIns="81625" wrap="square" tIns="81625">
            <a:noAutofit/>
          </a:bodyPr>
          <a:lstStyle/>
          <a:p>
            <a:pPr indent="0" lvl="0" marL="2449697" rtl="0" algn="ctr">
              <a:spcBef>
                <a:spcPts val="0"/>
              </a:spcBef>
              <a:spcAft>
                <a:spcPts val="0"/>
              </a:spcAft>
              <a:buNone/>
            </a:pPr>
            <a:r>
              <a:t/>
            </a:r>
            <a:endParaRPr sz="125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57C3"/>
        </a:solidFill>
      </p:bgPr>
    </p:bg>
    <p:spTree>
      <p:nvGrpSpPr>
        <p:cNvPr id="740" name="Shape 740"/>
        <p:cNvGrpSpPr/>
        <p:nvPr/>
      </p:nvGrpSpPr>
      <p:grpSpPr>
        <a:xfrm>
          <a:off x="0" y="0"/>
          <a:ext cx="0" cy="0"/>
          <a:chOff x="0" y="0"/>
          <a:chExt cx="0" cy="0"/>
        </a:xfrm>
      </p:grpSpPr>
      <p:sp>
        <p:nvSpPr>
          <p:cNvPr id="741" name="Google Shape;741;p72"/>
          <p:cNvSpPr txBox="1"/>
          <p:nvPr/>
        </p:nvSpPr>
        <p:spPr>
          <a:xfrm>
            <a:off x="8580950" y="4663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lt1"/>
                </a:solidFill>
                <a:latin typeface="Inter"/>
                <a:ea typeface="Inter"/>
                <a:cs typeface="Inter"/>
                <a:sym typeface="Inter"/>
              </a:rPr>
              <a:t>‹#›</a:t>
            </a:fld>
            <a:endParaRPr b="1" sz="600">
              <a:solidFill>
                <a:schemeClr val="lt1"/>
              </a:solidFill>
              <a:latin typeface="Inter"/>
              <a:ea typeface="Inter"/>
              <a:cs typeface="Inter"/>
              <a:sym typeface="Inter"/>
            </a:endParaRPr>
          </a:p>
        </p:txBody>
      </p:sp>
      <p:sp>
        <p:nvSpPr>
          <p:cNvPr id="742" name="Google Shape;742;p72"/>
          <p:cNvSpPr txBox="1"/>
          <p:nvPr>
            <p:ph idx="4294967295" type="ctrTitle"/>
          </p:nvPr>
        </p:nvSpPr>
        <p:spPr>
          <a:xfrm>
            <a:off x="588575" y="1844750"/>
            <a:ext cx="4656300" cy="1119600"/>
          </a:xfrm>
          <a:prstGeom prst="rect">
            <a:avLst/>
          </a:prstGeom>
        </p:spPr>
        <p:txBody>
          <a:bodyPr anchorCtr="0" anchor="ctr" bIns="34275" lIns="68575" spcFirstLastPara="1" rIns="68575" wrap="square" tIns="34275">
            <a:noAutofit/>
          </a:bodyPr>
          <a:lstStyle/>
          <a:p>
            <a:pPr indent="0" lvl="0" marL="0" rtl="0" algn="l">
              <a:lnSpc>
                <a:spcPct val="115000"/>
              </a:lnSpc>
              <a:spcBef>
                <a:spcPts val="1200"/>
              </a:spcBef>
              <a:spcAft>
                <a:spcPts val="1200"/>
              </a:spcAft>
              <a:buSzPts val="990"/>
              <a:buNone/>
            </a:pPr>
            <a:r>
              <a:rPr b="1" lang="en-GB" sz="2720">
                <a:solidFill>
                  <a:schemeClr val="lt1"/>
                </a:solidFill>
                <a:latin typeface="Inter"/>
                <a:ea typeface="Inter"/>
                <a:cs typeface="Inter"/>
                <a:sym typeface="Inter"/>
              </a:rPr>
              <a:t>Slide Guideline</a:t>
            </a:r>
            <a:endParaRPr b="1" sz="2360">
              <a:solidFill>
                <a:schemeClr val="lt1"/>
              </a:solidFill>
              <a:latin typeface="Inter"/>
              <a:ea typeface="Inter"/>
              <a:cs typeface="Inter"/>
              <a:sym typeface="Inter"/>
            </a:endParaRPr>
          </a:p>
        </p:txBody>
      </p:sp>
      <p:sp>
        <p:nvSpPr>
          <p:cNvPr id="743" name="Google Shape;743;p72"/>
          <p:cNvSpPr txBox="1"/>
          <p:nvPr>
            <p:ph idx="4294967295" type="subTitle"/>
          </p:nvPr>
        </p:nvSpPr>
        <p:spPr>
          <a:xfrm>
            <a:off x="588575" y="2852059"/>
            <a:ext cx="4414200" cy="446700"/>
          </a:xfrm>
          <a:prstGeom prst="rect">
            <a:avLst/>
          </a:prstGeom>
        </p:spPr>
        <p:txBody>
          <a:bodyPr anchorCtr="0" anchor="t" bIns="34275" lIns="68575" spcFirstLastPara="1" rIns="68575" wrap="square" tIns="34275">
            <a:normAutofit/>
          </a:bodyPr>
          <a:lstStyle/>
          <a:p>
            <a:pPr indent="0" lvl="0" marL="0" rtl="0" algn="l">
              <a:lnSpc>
                <a:spcPct val="140000"/>
              </a:lnSpc>
              <a:spcBef>
                <a:spcPts val="800"/>
              </a:spcBef>
              <a:spcAft>
                <a:spcPts val="0"/>
              </a:spcAft>
              <a:buNone/>
            </a:pPr>
            <a:r>
              <a:rPr lang="en-GB" sz="1500">
                <a:solidFill>
                  <a:srgbClr val="71C4E8"/>
                </a:solidFill>
                <a:latin typeface="Inter"/>
                <a:ea typeface="Inter"/>
                <a:cs typeface="Inter"/>
                <a:sym typeface="Inter"/>
              </a:rPr>
              <a:t>Arranged by Digital Retail Banking Division</a:t>
            </a:r>
            <a:endParaRPr sz="1400">
              <a:solidFill>
                <a:srgbClr val="71C4E8"/>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57C3"/>
        </a:solidFill>
      </p:bgPr>
    </p:bg>
    <p:spTree>
      <p:nvGrpSpPr>
        <p:cNvPr id="747" name="Shape 747"/>
        <p:cNvGrpSpPr/>
        <p:nvPr/>
      </p:nvGrpSpPr>
      <p:grpSpPr>
        <a:xfrm>
          <a:off x="0" y="0"/>
          <a:ext cx="0" cy="0"/>
          <a:chOff x="0" y="0"/>
          <a:chExt cx="0" cy="0"/>
        </a:xfrm>
      </p:grpSpPr>
      <p:sp>
        <p:nvSpPr>
          <p:cNvPr id="748" name="Google Shape;748;p73"/>
          <p:cNvSpPr txBox="1"/>
          <p:nvPr/>
        </p:nvSpPr>
        <p:spPr>
          <a:xfrm>
            <a:off x="8580950" y="4663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lt1"/>
                </a:solidFill>
                <a:latin typeface="Inter"/>
                <a:ea typeface="Inter"/>
                <a:cs typeface="Inter"/>
                <a:sym typeface="Inter"/>
              </a:rPr>
              <a:t>‹#›</a:t>
            </a:fld>
            <a:endParaRPr b="1" sz="600">
              <a:solidFill>
                <a:schemeClr val="lt1"/>
              </a:solidFill>
              <a:latin typeface="Inter"/>
              <a:ea typeface="Inter"/>
              <a:cs typeface="Inter"/>
              <a:sym typeface="Inter"/>
            </a:endParaRPr>
          </a:p>
        </p:txBody>
      </p:sp>
      <p:sp>
        <p:nvSpPr>
          <p:cNvPr id="749" name="Google Shape;749;p73"/>
          <p:cNvSpPr txBox="1"/>
          <p:nvPr>
            <p:ph idx="4294967295" type="ctrTitle"/>
          </p:nvPr>
        </p:nvSpPr>
        <p:spPr>
          <a:xfrm>
            <a:off x="485690" y="959451"/>
            <a:ext cx="2363100" cy="386100"/>
          </a:xfrm>
          <a:prstGeom prst="rect">
            <a:avLst/>
          </a:prstGeom>
        </p:spPr>
        <p:txBody>
          <a:bodyPr anchorCtr="0" anchor="ctr" bIns="34275" lIns="68575" spcFirstLastPara="1" rIns="68575" wrap="square" tIns="34275">
            <a:noAutofit/>
          </a:bodyPr>
          <a:lstStyle/>
          <a:p>
            <a:pPr indent="0" lvl="0" marL="0" rtl="0" algn="l">
              <a:lnSpc>
                <a:spcPct val="115000"/>
              </a:lnSpc>
              <a:spcBef>
                <a:spcPts val="1200"/>
              </a:spcBef>
              <a:spcAft>
                <a:spcPts val="1200"/>
              </a:spcAft>
              <a:buSzPts val="990"/>
              <a:buNone/>
            </a:pPr>
            <a:r>
              <a:rPr b="1" lang="en-GB" sz="2720">
                <a:solidFill>
                  <a:srgbClr val="307FE2"/>
                </a:solidFill>
                <a:latin typeface="Inter"/>
                <a:ea typeface="Inter"/>
                <a:cs typeface="Inter"/>
                <a:sym typeface="Inter"/>
              </a:rPr>
              <a:t>Color usage</a:t>
            </a:r>
            <a:endParaRPr b="1" sz="2360">
              <a:solidFill>
                <a:srgbClr val="307FE2"/>
              </a:solidFill>
              <a:latin typeface="Inter"/>
              <a:ea typeface="Inter"/>
              <a:cs typeface="Inter"/>
              <a:sym typeface="Inter"/>
            </a:endParaRPr>
          </a:p>
        </p:txBody>
      </p:sp>
      <p:sp>
        <p:nvSpPr>
          <p:cNvPr id="750" name="Google Shape;750;p73"/>
          <p:cNvSpPr txBox="1"/>
          <p:nvPr>
            <p:ph idx="4294967295" type="subTitle"/>
          </p:nvPr>
        </p:nvSpPr>
        <p:spPr>
          <a:xfrm>
            <a:off x="1027998" y="1551342"/>
            <a:ext cx="3195300" cy="2277000"/>
          </a:xfrm>
          <a:prstGeom prst="rect">
            <a:avLst/>
          </a:prstGeom>
        </p:spPr>
        <p:txBody>
          <a:bodyPr anchorCtr="0" anchor="ctr" bIns="34275" lIns="68575" spcFirstLastPara="1" rIns="68575" wrap="square" tIns="34275">
            <a:noAutofit/>
          </a:bodyPr>
          <a:lstStyle/>
          <a:p>
            <a:pPr indent="0" lvl="0" marL="0" rtl="0" algn="just">
              <a:lnSpc>
                <a:spcPct val="115000"/>
              </a:lnSpc>
              <a:spcBef>
                <a:spcPts val="800"/>
              </a:spcBef>
              <a:spcAft>
                <a:spcPts val="0"/>
              </a:spcAft>
              <a:buNone/>
            </a:pPr>
            <a:r>
              <a:rPr b="1" lang="en-GB" sz="1000">
                <a:solidFill>
                  <a:srgbClr val="0857C3"/>
                </a:solidFill>
                <a:latin typeface="Inter"/>
                <a:ea typeface="Inter"/>
                <a:cs typeface="Inter"/>
                <a:sym typeface="Inter"/>
              </a:rPr>
              <a:t>Biru Nusantara</a:t>
            </a:r>
            <a:r>
              <a:rPr lang="en-GB" sz="1000">
                <a:solidFill>
                  <a:srgbClr val="0857C3"/>
                </a:solidFill>
                <a:latin typeface="Inter Medium"/>
                <a:ea typeface="Inter Medium"/>
                <a:cs typeface="Inter Medium"/>
                <a:sym typeface="Inter Medium"/>
              </a:rPr>
              <a:t> merupakan warna utama brand dan digunakan untuk memperkuat pengenalan identitas BRI. Warna ini merepresentasikan kepercayaan, stabilitas, dan jati diri nasional BRI.</a:t>
            </a:r>
            <a:endParaRPr sz="1000">
              <a:solidFill>
                <a:srgbClr val="0857C3"/>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b="1" lang="en-GB" sz="1000">
                <a:solidFill>
                  <a:srgbClr val="0857C3"/>
                </a:solidFill>
                <a:latin typeface="Inter"/>
                <a:ea typeface="Inter"/>
                <a:cs typeface="Inter"/>
                <a:sym typeface="Inter"/>
              </a:rPr>
              <a:t>Biru Cakrawala</a:t>
            </a:r>
            <a:r>
              <a:rPr lang="en-GB" sz="1000">
                <a:solidFill>
                  <a:srgbClr val="0857C3"/>
                </a:solidFill>
                <a:latin typeface="Inter Medium"/>
                <a:ea typeface="Inter Medium"/>
                <a:cs typeface="Inter Medium"/>
                <a:sym typeface="Inter Medium"/>
              </a:rPr>
              <a:t> berfungsi sebagai warna pendukung yang memberikan kedalaman dan fleksibilitas dalam berbagai tata letak, latar belakang, dan elemen grafis pendukung.</a:t>
            </a:r>
            <a:endParaRPr sz="1000">
              <a:solidFill>
                <a:srgbClr val="0857C3"/>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b="1" lang="en-GB" sz="1000">
                <a:solidFill>
                  <a:srgbClr val="0857C3"/>
                </a:solidFill>
                <a:latin typeface="Inter"/>
                <a:ea typeface="Inter"/>
                <a:cs typeface="Inter"/>
                <a:sym typeface="Inter"/>
              </a:rPr>
              <a:t>Biru Mentari</a:t>
            </a:r>
            <a:r>
              <a:rPr lang="en-GB" sz="1000">
                <a:solidFill>
                  <a:srgbClr val="0857C3"/>
                </a:solidFill>
                <a:latin typeface="Inter Medium"/>
                <a:ea typeface="Inter Medium"/>
                <a:cs typeface="Inter Medium"/>
                <a:sym typeface="Inter Medium"/>
              </a:rPr>
              <a:t> digunakan warna aksen untuk menyoroti informasi penting, area sekunder, atau elemen pendukung dalam sistem visual</a:t>
            </a:r>
            <a:endParaRPr sz="1000">
              <a:solidFill>
                <a:srgbClr val="0857C3"/>
              </a:solidFill>
              <a:latin typeface="Inter Medium"/>
              <a:ea typeface="Inter Medium"/>
              <a:cs typeface="Inter Medium"/>
              <a:sym typeface="Inter Medium"/>
            </a:endParaRPr>
          </a:p>
        </p:txBody>
      </p:sp>
      <p:sp>
        <p:nvSpPr>
          <p:cNvPr id="751" name="Google Shape;751;p73"/>
          <p:cNvSpPr/>
          <p:nvPr/>
        </p:nvSpPr>
        <p:spPr>
          <a:xfrm>
            <a:off x="4527698" y="1048151"/>
            <a:ext cx="1305000" cy="3502500"/>
          </a:xfrm>
          <a:prstGeom prst="roundRect">
            <a:avLst>
              <a:gd fmla="val 16667" name="adj"/>
            </a:avLst>
          </a:prstGeom>
          <a:solidFill>
            <a:srgbClr val="08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2" name="Google Shape;752;p73"/>
          <p:cNvSpPr/>
          <p:nvPr/>
        </p:nvSpPr>
        <p:spPr>
          <a:xfrm>
            <a:off x="5940735" y="1048151"/>
            <a:ext cx="1305000" cy="3502500"/>
          </a:xfrm>
          <a:prstGeom prst="roundRect">
            <a:avLst>
              <a:gd fmla="val 16667" name="adj"/>
            </a:avLst>
          </a:prstGeom>
          <a:solidFill>
            <a:srgbClr val="307F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3" name="Google Shape;753;p73"/>
          <p:cNvSpPr/>
          <p:nvPr/>
        </p:nvSpPr>
        <p:spPr>
          <a:xfrm>
            <a:off x="7353772" y="1048151"/>
            <a:ext cx="1305000" cy="3502500"/>
          </a:xfrm>
          <a:prstGeom prst="roundRect">
            <a:avLst>
              <a:gd fmla="val 16667" name="adj"/>
            </a:avLst>
          </a:prstGeom>
          <a:solidFill>
            <a:srgbClr val="71C4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4" name="Google Shape;754;p73"/>
          <p:cNvSpPr/>
          <p:nvPr/>
        </p:nvSpPr>
        <p:spPr>
          <a:xfrm>
            <a:off x="609798" y="1601328"/>
            <a:ext cx="418200" cy="241800"/>
          </a:xfrm>
          <a:prstGeom prst="roundRect">
            <a:avLst>
              <a:gd fmla="val 16667" name="adj"/>
            </a:avLst>
          </a:prstGeom>
          <a:solidFill>
            <a:srgbClr val="08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5" name="Google Shape;755;p73"/>
          <p:cNvSpPr/>
          <p:nvPr/>
        </p:nvSpPr>
        <p:spPr>
          <a:xfrm>
            <a:off x="609798" y="2479530"/>
            <a:ext cx="418200" cy="241800"/>
          </a:xfrm>
          <a:prstGeom prst="roundRect">
            <a:avLst>
              <a:gd fmla="val 16667" name="adj"/>
            </a:avLst>
          </a:prstGeom>
          <a:solidFill>
            <a:srgbClr val="307F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6" name="Google Shape;756;p73"/>
          <p:cNvSpPr/>
          <p:nvPr/>
        </p:nvSpPr>
        <p:spPr>
          <a:xfrm>
            <a:off x="609798" y="3328686"/>
            <a:ext cx="418200" cy="241800"/>
          </a:xfrm>
          <a:prstGeom prst="roundRect">
            <a:avLst>
              <a:gd fmla="val 16667" name="adj"/>
            </a:avLst>
          </a:prstGeom>
          <a:solidFill>
            <a:srgbClr val="71C4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7" name="Google Shape;757;p73"/>
          <p:cNvSpPr txBox="1"/>
          <p:nvPr>
            <p:ph idx="4294967295" type="subTitle"/>
          </p:nvPr>
        </p:nvSpPr>
        <p:spPr>
          <a:xfrm>
            <a:off x="4661223" y="1206138"/>
            <a:ext cx="1035900" cy="654900"/>
          </a:xfrm>
          <a:prstGeom prst="rect">
            <a:avLst/>
          </a:prstGeom>
        </p:spPr>
        <p:txBody>
          <a:bodyPr anchorCtr="0" anchor="t" bIns="34275" lIns="68575" spcFirstLastPara="1" rIns="68575" wrap="square" tIns="34275">
            <a:noAutofit/>
          </a:bodyPr>
          <a:lstStyle/>
          <a:p>
            <a:pPr indent="0" lvl="0" marL="0" rtl="0" algn="just">
              <a:lnSpc>
                <a:spcPct val="115000"/>
              </a:lnSpc>
              <a:spcBef>
                <a:spcPts val="800"/>
              </a:spcBef>
              <a:spcAft>
                <a:spcPts val="0"/>
              </a:spcAft>
              <a:buNone/>
            </a:pPr>
            <a:r>
              <a:rPr b="1" lang="en-GB" sz="1000">
                <a:solidFill>
                  <a:schemeClr val="lt1"/>
                </a:solidFill>
                <a:latin typeface="Inter"/>
                <a:ea typeface="Inter"/>
                <a:cs typeface="Inter"/>
                <a:sym typeface="Inter"/>
              </a:rPr>
              <a:t>Nusantara Blue            </a:t>
            </a:r>
            <a:r>
              <a:rPr lang="en-GB" sz="800">
                <a:solidFill>
                  <a:schemeClr val="lt1"/>
                </a:solidFill>
                <a:latin typeface="Inter Medium"/>
                <a:ea typeface="Inter Medium"/>
                <a:cs typeface="Inter Medium"/>
                <a:sym typeface="Inter Medium"/>
              </a:rPr>
              <a:t>PMS 2132 C</a:t>
            </a:r>
            <a:endParaRPr sz="800">
              <a:solidFill>
                <a:schemeClr val="lt1"/>
              </a:solidFill>
              <a:latin typeface="Inter Medium"/>
              <a:ea typeface="Inter Medium"/>
              <a:cs typeface="Inter Medium"/>
              <a:sym typeface="Inter Medium"/>
            </a:endParaRPr>
          </a:p>
        </p:txBody>
      </p:sp>
      <p:sp>
        <p:nvSpPr>
          <p:cNvPr id="758" name="Google Shape;758;p73"/>
          <p:cNvSpPr txBox="1"/>
          <p:nvPr>
            <p:ph idx="4294967295" type="subTitle"/>
          </p:nvPr>
        </p:nvSpPr>
        <p:spPr>
          <a:xfrm>
            <a:off x="4661223" y="1973226"/>
            <a:ext cx="565200" cy="654900"/>
          </a:xfrm>
          <a:prstGeom prst="rect">
            <a:avLst/>
          </a:prstGeom>
        </p:spPr>
        <p:txBody>
          <a:bodyPr anchorCtr="0" anchor="t" bIns="34275" lIns="68575" spcFirstLastPara="1" rIns="68575" wrap="square" tIns="34275">
            <a:noAutofit/>
          </a:bodyPr>
          <a:lstStyle/>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C  89</a:t>
            </a:r>
            <a:endParaRPr sz="800">
              <a:solidFill>
                <a:schemeClr val="lt1"/>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M  70</a:t>
            </a:r>
            <a:endParaRPr sz="800">
              <a:solidFill>
                <a:schemeClr val="lt1"/>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Y   0</a:t>
            </a:r>
            <a:endParaRPr sz="800">
              <a:solidFill>
                <a:schemeClr val="lt1"/>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K   0</a:t>
            </a:r>
            <a:endParaRPr sz="800">
              <a:solidFill>
                <a:schemeClr val="lt1"/>
              </a:solidFill>
              <a:latin typeface="Inter Medium"/>
              <a:ea typeface="Inter Medium"/>
              <a:cs typeface="Inter Medium"/>
              <a:sym typeface="Inter Medium"/>
            </a:endParaRPr>
          </a:p>
        </p:txBody>
      </p:sp>
      <p:sp>
        <p:nvSpPr>
          <p:cNvPr id="759" name="Google Shape;759;p73"/>
          <p:cNvSpPr txBox="1"/>
          <p:nvPr>
            <p:ph idx="4294967295" type="subTitle"/>
          </p:nvPr>
        </p:nvSpPr>
        <p:spPr>
          <a:xfrm>
            <a:off x="5179923" y="1973226"/>
            <a:ext cx="565200" cy="654900"/>
          </a:xfrm>
          <a:prstGeom prst="rect">
            <a:avLst/>
          </a:prstGeom>
        </p:spPr>
        <p:txBody>
          <a:bodyPr anchorCtr="0" anchor="t" bIns="34275" lIns="68575" spcFirstLastPara="1" rIns="68575" wrap="square" tIns="34275">
            <a:noAutofit/>
          </a:bodyPr>
          <a:lstStyle/>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R  8</a:t>
            </a:r>
            <a:endParaRPr sz="800">
              <a:solidFill>
                <a:schemeClr val="lt1"/>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G  87</a:t>
            </a:r>
            <a:endParaRPr sz="800">
              <a:solidFill>
                <a:schemeClr val="lt1"/>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B  195</a:t>
            </a:r>
            <a:endParaRPr sz="800">
              <a:solidFill>
                <a:schemeClr val="lt1"/>
              </a:solidFill>
              <a:latin typeface="Inter Medium"/>
              <a:ea typeface="Inter Medium"/>
              <a:cs typeface="Inter Medium"/>
              <a:sym typeface="Inter Medium"/>
            </a:endParaRPr>
          </a:p>
        </p:txBody>
      </p:sp>
      <p:sp>
        <p:nvSpPr>
          <p:cNvPr id="760" name="Google Shape;760;p73"/>
          <p:cNvSpPr txBox="1"/>
          <p:nvPr>
            <p:ph idx="4294967295" type="subTitle"/>
          </p:nvPr>
        </p:nvSpPr>
        <p:spPr>
          <a:xfrm>
            <a:off x="4661223" y="4133475"/>
            <a:ext cx="1035900" cy="241800"/>
          </a:xfrm>
          <a:prstGeom prst="rect">
            <a:avLst/>
          </a:prstGeom>
        </p:spPr>
        <p:txBody>
          <a:bodyPr anchorCtr="0" anchor="ctr" bIns="34275" lIns="68575" spcFirstLastPara="1" rIns="68575" wrap="square" tIns="34275">
            <a:noAutofit/>
          </a:bodyPr>
          <a:lstStyle/>
          <a:p>
            <a:pPr indent="0" lvl="0" marL="0" rtl="0" algn="ctr">
              <a:lnSpc>
                <a:spcPct val="100000"/>
              </a:lnSpc>
              <a:spcBef>
                <a:spcPts val="800"/>
              </a:spcBef>
              <a:spcAft>
                <a:spcPts val="0"/>
              </a:spcAft>
              <a:buNone/>
            </a:pPr>
            <a:r>
              <a:rPr b="1" lang="en-GB" sz="1200">
                <a:solidFill>
                  <a:schemeClr val="lt1"/>
                </a:solidFill>
                <a:latin typeface="Inter"/>
                <a:ea typeface="Inter"/>
                <a:cs typeface="Inter"/>
                <a:sym typeface="Inter"/>
              </a:rPr>
              <a:t>#0857C3</a:t>
            </a:r>
            <a:endParaRPr sz="1000">
              <a:solidFill>
                <a:schemeClr val="lt1"/>
              </a:solidFill>
              <a:latin typeface="Inter Medium"/>
              <a:ea typeface="Inter Medium"/>
              <a:cs typeface="Inter Medium"/>
              <a:sym typeface="Inter Medium"/>
            </a:endParaRPr>
          </a:p>
        </p:txBody>
      </p:sp>
      <p:sp>
        <p:nvSpPr>
          <p:cNvPr id="761" name="Google Shape;761;p73"/>
          <p:cNvSpPr txBox="1"/>
          <p:nvPr>
            <p:ph idx="4294967295" type="subTitle"/>
          </p:nvPr>
        </p:nvSpPr>
        <p:spPr>
          <a:xfrm>
            <a:off x="6051285" y="1206138"/>
            <a:ext cx="1035900" cy="654900"/>
          </a:xfrm>
          <a:prstGeom prst="rect">
            <a:avLst/>
          </a:prstGeom>
        </p:spPr>
        <p:txBody>
          <a:bodyPr anchorCtr="0" anchor="t" bIns="34275" lIns="68575" spcFirstLastPara="1" rIns="68575" wrap="square" tIns="34275">
            <a:noAutofit/>
          </a:bodyPr>
          <a:lstStyle/>
          <a:p>
            <a:pPr indent="0" lvl="0" marL="0" rtl="0" algn="just">
              <a:lnSpc>
                <a:spcPct val="115000"/>
              </a:lnSpc>
              <a:spcBef>
                <a:spcPts val="800"/>
              </a:spcBef>
              <a:spcAft>
                <a:spcPts val="0"/>
              </a:spcAft>
              <a:buNone/>
            </a:pPr>
            <a:r>
              <a:rPr b="1" lang="en-GB" sz="1000">
                <a:solidFill>
                  <a:schemeClr val="lt1"/>
                </a:solidFill>
                <a:latin typeface="Inter"/>
                <a:ea typeface="Inter"/>
                <a:cs typeface="Inter"/>
                <a:sym typeface="Inter"/>
              </a:rPr>
              <a:t>Cakrawala Blue            </a:t>
            </a:r>
            <a:r>
              <a:rPr lang="en-GB" sz="800">
                <a:solidFill>
                  <a:schemeClr val="lt1"/>
                </a:solidFill>
                <a:latin typeface="Inter Medium"/>
                <a:ea typeface="Inter Medium"/>
                <a:cs typeface="Inter Medium"/>
                <a:sym typeface="Inter Medium"/>
              </a:rPr>
              <a:t>PMS 2727 C</a:t>
            </a:r>
            <a:endParaRPr sz="800">
              <a:solidFill>
                <a:schemeClr val="lt1"/>
              </a:solidFill>
              <a:latin typeface="Inter Medium"/>
              <a:ea typeface="Inter Medium"/>
              <a:cs typeface="Inter Medium"/>
              <a:sym typeface="Inter Medium"/>
            </a:endParaRPr>
          </a:p>
        </p:txBody>
      </p:sp>
      <p:sp>
        <p:nvSpPr>
          <p:cNvPr id="762" name="Google Shape;762;p73"/>
          <p:cNvSpPr txBox="1"/>
          <p:nvPr>
            <p:ph idx="4294967295" type="subTitle"/>
          </p:nvPr>
        </p:nvSpPr>
        <p:spPr>
          <a:xfrm>
            <a:off x="6051285" y="1973226"/>
            <a:ext cx="565200" cy="654900"/>
          </a:xfrm>
          <a:prstGeom prst="rect">
            <a:avLst/>
          </a:prstGeom>
        </p:spPr>
        <p:txBody>
          <a:bodyPr anchorCtr="0" anchor="t" bIns="34275" lIns="68575" spcFirstLastPara="1" rIns="68575" wrap="square" tIns="34275">
            <a:noAutofit/>
          </a:bodyPr>
          <a:lstStyle/>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C  76</a:t>
            </a:r>
            <a:endParaRPr sz="800">
              <a:solidFill>
                <a:schemeClr val="lt1"/>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M  48</a:t>
            </a:r>
            <a:endParaRPr sz="800">
              <a:solidFill>
                <a:schemeClr val="lt1"/>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Y    0</a:t>
            </a:r>
            <a:endParaRPr sz="800">
              <a:solidFill>
                <a:schemeClr val="lt1"/>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K    0</a:t>
            </a:r>
            <a:endParaRPr sz="800">
              <a:solidFill>
                <a:schemeClr val="lt1"/>
              </a:solidFill>
              <a:latin typeface="Inter Medium"/>
              <a:ea typeface="Inter Medium"/>
              <a:cs typeface="Inter Medium"/>
              <a:sym typeface="Inter Medium"/>
            </a:endParaRPr>
          </a:p>
        </p:txBody>
      </p:sp>
      <p:sp>
        <p:nvSpPr>
          <p:cNvPr id="763" name="Google Shape;763;p73"/>
          <p:cNvSpPr txBox="1"/>
          <p:nvPr>
            <p:ph idx="4294967295" type="subTitle"/>
          </p:nvPr>
        </p:nvSpPr>
        <p:spPr>
          <a:xfrm>
            <a:off x="6569985" y="1973226"/>
            <a:ext cx="565200" cy="654900"/>
          </a:xfrm>
          <a:prstGeom prst="rect">
            <a:avLst/>
          </a:prstGeom>
        </p:spPr>
        <p:txBody>
          <a:bodyPr anchorCtr="0" anchor="t" bIns="34275" lIns="68575" spcFirstLastPara="1" rIns="68575" wrap="square" tIns="34275">
            <a:noAutofit/>
          </a:bodyPr>
          <a:lstStyle/>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R  48</a:t>
            </a:r>
            <a:endParaRPr sz="800">
              <a:solidFill>
                <a:schemeClr val="lt1"/>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G  127</a:t>
            </a:r>
            <a:endParaRPr sz="800">
              <a:solidFill>
                <a:schemeClr val="lt1"/>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chemeClr val="lt1"/>
                </a:solidFill>
                <a:latin typeface="Inter Medium"/>
                <a:ea typeface="Inter Medium"/>
                <a:cs typeface="Inter Medium"/>
                <a:sym typeface="Inter Medium"/>
              </a:rPr>
              <a:t>B  226</a:t>
            </a:r>
            <a:endParaRPr sz="800">
              <a:solidFill>
                <a:schemeClr val="lt1"/>
              </a:solidFill>
              <a:latin typeface="Inter Medium"/>
              <a:ea typeface="Inter Medium"/>
              <a:cs typeface="Inter Medium"/>
              <a:sym typeface="Inter Medium"/>
            </a:endParaRPr>
          </a:p>
        </p:txBody>
      </p:sp>
      <p:sp>
        <p:nvSpPr>
          <p:cNvPr id="764" name="Google Shape;764;p73"/>
          <p:cNvSpPr txBox="1"/>
          <p:nvPr>
            <p:ph idx="4294967295" type="subTitle"/>
          </p:nvPr>
        </p:nvSpPr>
        <p:spPr>
          <a:xfrm>
            <a:off x="6051285" y="4133475"/>
            <a:ext cx="1035900" cy="241800"/>
          </a:xfrm>
          <a:prstGeom prst="rect">
            <a:avLst/>
          </a:prstGeom>
        </p:spPr>
        <p:txBody>
          <a:bodyPr anchorCtr="0" anchor="ctr" bIns="34275" lIns="68575" spcFirstLastPara="1" rIns="68575" wrap="square" tIns="34275">
            <a:noAutofit/>
          </a:bodyPr>
          <a:lstStyle/>
          <a:p>
            <a:pPr indent="0" lvl="0" marL="0" rtl="0" algn="ctr">
              <a:lnSpc>
                <a:spcPct val="100000"/>
              </a:lnSpc>
              <a:spcBef>
                <a:spcPts val="800"/>
              </a:spcBef>
              <a:spcAft>
                <a:spcPts val="0"/>
              </a:spcAft>
              <a:buNone/>
            </a:pPr>
            <a:r>
              <a:rPr b="1" lang="en-GB" sz="1200">
                <a:solidFill>
                  <a:schemeClr val="lt1"/>
                </a:solidFill>
                <a:latin typeface="Inter"/>
                <a:ea typeface="Inter"/>
                <a:cs typeface="Inter"/>
                <a:sym typeface="Inter"/>
              </a:rPr>
              <a:t>#307FE2</a:t>
            </a:r>
            <a:endParaRPr b="1" sz="1200">
              <a:solidFill>
                <a:schemeClr val="lt1"/>
              </a:solidFill>
              <a:latin typeface="Inter"/>
              <a:ea typeface="Inter"/>
              <a:cs typeface="Inter"/>
              <a:sym typeface="Inter"/>
            </a:endParaRPr>
          </a:p>
        </p:txBody>
      </p:sp>
      <p:sp>
        <p:nvSpPr>
          <p:cNvPr id="765" name="Google Shape;765;p73"/>
          <p:cNvSpPr txBox="1"/>
          <p:nvPr>
            <p:ph idx="4294967295" type="subTitle"/>
          </p:nvPr>
        </p:nvSpPr>
        <p:spPr>
          <a:xfrm>
            <a:off x="7489310" y="1206138"/>
            <a:ext cx="1035900" cy="654900"/>
          </a:xfrm>
          <a:prstGeom prst="rect">
            <a:avLst/>
          </a:prstGeom>
        </p:spPr>
        <p:txBody>
          <a:bodyPr anchorCtr="0" anchor="t" bIns="34275" lIns="68575" spcFirstLastPara="1" rIns="68575" wrap="square" tIns="34275">
            <a:noAutofit/>
          </a:bodyPr>
          <a:lstStyle/>
          <a:p>
            <a:pPr indent="0" lvl="0" marL="0" rtl="0" algn="just">
              <a:lnSpc>
                <a:spcPct val="115000"/>
              </a:lnSpc>
              <a:spcBef>
                <a:spcPts val="800"/>
              </a:spcBef>
              <a:spcAft>
                <a:spcPts val="0"/>
              </a:spcAft>
              <a:buNone/>
            </a:pPr>
            <a:r>
              <a:rPr b="1" lang="en-GB" sz="1000">
                <a:solidFill>
                  <a:srgbClr val="0857C3"/>
                </a:solidFill>
                <a:latin typeface="Inter"/>
                <a:ea typeface="Inter"/>
                <a:cs typeface="Inter"/>
                <a:sym typeface="Inter"/>
              </a:rPr>
              <a:t>Mentari Blue            </a:t>
            </a:r>
            <a:r>
              <a:rPr lang="en-GB" sz="800">
                <a:solidFill>
                  <a:srgbClr val="0857C3"/>
                </a:solidFill>
                <a:latin typeface="Inter Medium"/>
                <a:ea typeface="Inter Medium"/>
                <a:cs typeface="Inter Medium"/>
                <a:sym typeface="Inter Medium"/>
              </a:rPr>
              <a:t>PMS 297 C</a:t>
            </a:r>
            <a:endParaRPr sz="800">
              <a:solidFill>
                <a:srgbClr val="0857C3"/>
              </a:solidFill>
              <a:latin typeface="Inter Medium"/>
              <a:ea typeface="Inter Medium"/>
              <a:cs typeface="Inter Medium"/>
              <a:sym typeface="Inter Medium"/>
            </a:endParaRPr>
          </a:p>
        </p:txBody>
      </p:sp>
      <p:sp>
        <p:nvSpPr>
          <p:cNvPr id="766" name="Google Shape;766;p73"/>
          <p:cNvSpPr txBox="1"/>
          <p:nvPr>
            <p:ph idx="4294967295" type="subTitle"/>
          </p:nvPr>
        </p:nvSpPr>
        <p:spPr>
          <a:xfrm>
            <a:off x="7489310" y="1973226"/>
            <a:ext cx="565200" cy="654900"/>
          </a:xfrm>
          <a:prstGeom prst="rect">
            <a:avLst/>
          </a:prstGeom>
        </p:spPr>
        <p:txBody>
          <a:bodyPr anchorCtr="0" anchor="t" bIns="34275" lIns="68575" spcFirstLastPara="1" rIns="68575" wrap="square" tIns="34275">
            <a:noAutofit/>
          </a:bodyPr>
          <a:lstStyle/>
          <a:p>
            <a:pPr indent="0" lvl="0" marL="0" rtl="0" algn="just">
              <a:lnSpc>
                <a:spcPct val="115000"/>
              </a:lnSpc>
              <a:spcBef>
                <a:spcPts val="800"/>
              </a:spcBef>
              <a:spcAft>
                <a:spcPts val="0"/>
              </a:spcAft>
              <a:buNone/>
            </a:pPr>
            <a:r>
              <a:rPr lang="en-GB" sz="800">
                <a:solidFill>
                  <a:srgbClr val="0857C3"/>
                </a:solidFill>
                <a:latin typeface="Inter Medium"/>
                <a:ea typeface="Inter Medium"/>
                <a:cs typeface="Inter Medium"/>
                <a:sym typeface="Inter Medium"/>
              </a:rPr>
              <a:t>C  51</a:t>
            </a:r>
            <a:endParaRPr sz="800">
              <a:solidFill>
                <a:srgbClr val="0857C3"/>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rgbClr val="0857C3"/>
                </a:solidFill>
                <a:latin typeface="Inter Medium"/>
                <a:ea typeface="Inter Medium"/>
                <a:cs typeface="Inter Medium"/>
                <a:sym typeface="Inter Medium"/>
              </a:rPr>
              <a:t>M  5</a:t>
            </a:r>
            <a:endParaRPr sz="800">
              <a:solidFill>
                <a:srgbClr val="0857C3"/>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rgbClr val="0857C3"/>
                </a:solidFill>
                <a:latin typeface="Inter Medium"/>
                <a:ea typeface="Inter Medium"/>
                <a:cs typeface="Inter Medium"/>
                <a:sym typeface="Inter Medium"/>
              </a:rPr>
              <a:t>Y   3</a:t>
            </a:r>
            <a:endParaRPr sz="800">
              <a:solidFill>
                <a:srgbClr val="0857C3"/>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rgbClr val="0857C3"/>
                </a:solidFill>
                <a:latin typeface="Inter Medium"/>
                <a:ea typeface="Inter Medium"/>
                <a:cs typeface="Inter Medium"/>
                <a:sym typeface="Inter Medium"/>
              </a:rPr>
              <a:t>K   0</a:t>
            </a:r>
            <a:endParaRPr sz="800">
              <a:solidFill>
                <a:srgbClr val="0857C3"/>
              </a:solidFill>
              <a:latin typeface="Inter Medium"/>
              <a:ea typeface="Inter Medium"/>
              <a:cs typeface="Inter Medium"/>
              <a:sym typeface="Inter Medium"/>
            </a:endParaRPr>
          </a:p>
        </p:txBody>
      </p:sp>
      <p:sp>
        <p:nvSpPr>
          <p:cNvPr id="767" name="Google Shape;767;p73"/>
          <p:cNvSpPr txBox="1"/>
          <p:nvPr>
            <p:ph idx="4294967295" type="subTitle"/>
          </p:nvPr>
        </p:nvSpPr>
        <p:spPr>
          <a:xfrm>
            <a:off x="8008010" y="1973226"/>
            <a:ext cx="565200" cy="654900"/>
          </a:xfrm>
          <a:prstGeom prst="rect">
            <a:avLst/>
          </a:prstGeom>
        </p:spPr>
        <p:txBody>
          <a:bodyPr anchorCtr="0" anchor="t" bIns="34275" lIns="68575" spcFirstLastPara="1" rIns="68575" wrap="square" tIns="34275">
            <a:noAutofit/>
          </a:bodyPr>
          <a:lstStyle/>
          <a:p>
            <a:pPr indent="0" lvl="0" marL="0" rtl="0" algn="just">
              <a:lnSpc>
                <a:spcPct val="115000"/>
              </a:lnSpc>
              <a:spcBef>
                <a:spcPts val="800"/>
              </a:spcBef>
              <a:spcAft>
                <a:spcPts val="0"/>
              </a:spcAft>
              <a:buNone/>
            </a:pPr>
            <a:r>
              <a:rPr lang="en-GB" sz="800">
                <a:solidFill>
                  <a:srgbClr val="0857C3"/>
                </a:solidFill>
                <a:latin typeface="Inter Medium"/>
                <a:ea typeface="Inter Medium"/>
                <a:cs typeface="Inter Medium"/>
                <a:sym typeface="Inter Medium"/>
              </a:rPr>
              <a:t>R  113</a:t>
            </a:r>
            <a:endParaRPr sz="800">
              <a:solidFill>
                <a:srgbClr val="0857C3"/>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rgbClr val="0857C3"/>
                </a:solidFill>
                <a:latin typeface="Inter Medium"/>
                <a:ea typeface="Inter Medium"/>
                <a:cs typeface="Inter Medium"/>
                <a:sym typeface="Inter Medium"/>
              </a:rPr>
              <a:t>G  197</a:t>
            </a:r>
            <a:endParaRPr sz="800">
              <a:solidFill>
                <a:srgbClr val="0857C3"/>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800">
                <a:solidFill>
                  <a:srgbClr val="0857C3"/>
                </a:solidFill>
                <a:latin typeface="Inter Medium"/>
                <a:ea typeface="Inter Medium"/>
                <a:cs typeface="Inter Medium"/>
                <a:sym typeface="Inter Medium"/>
              </a:rPr>
              <a:t>B  232</a:t>
            </a:r>
            <a:endParaRPr sz="800">
              <a:solidFill>
                <a:srgbClr val="0857C3"/>
              </a:solidFill>
              <a:latin typeface="Inter Medium"/>
              <a:ea typeface="Inter Medium"/>
              <a:cs typeface="Inter Medium"/>
              <a:sym typeface="Inter Medium"/>
            </a:endParaRPr>
          </a:p>
        </p:txBody>
      </p:sp>
      <p:sp>
        <p:nvSpPr>
          <p:cNvPr id="768" name="Google Shape;768;p73"/>
          <p:cNvSpPr txBox="1"/>
          <p:nvPr>
            <p:ph idx="4294967295" type="subTitle"/>
          </p:nvPr>
        </p:nvSpPr>
        <p:spPr>
          <a:xfrm>
            <a:off x="7489310" y="4133475"/>
            <a:ext cx="1035900" cy="241800"/>
          </a:xfrm>
          <a:prstGeom prst="rect">
            <a:avLst/>
          </a:prstGeom>
        </p:spPr>
        <p:txBody>
          <a:bodyPr anchorCtr="0" anchor="ctr" bIns="34275" lIns="68575" spcFirstLastPara="1" rIns="68575" wrap="square" tIns="34275">
            <a:noAutofit/>
          </a:bodyPr>
          <a:lstStyle/>
          <a:p>
            <a:pPr indent="0" lvl="0" marL="0" rtl="0" algn="ctr">
              <a:lnSpc>
                <a:spcPct val="100000"/>
              </a:lnSpc>
              <a:spcBef>
                <a:spcPts val="800"/>
              </a:spcBef>
              <a:spcAft>
                <a:spcPts val="0"/>
              </a:spcAft>
              <a:buNone/>
            </a:pPr>
            <a:r>
              <a:rPr b="1" lang="en-GB" sz="1200">
                <a:solidFill>
                  <a:srgbClr val="0857C3"/>
                </a:solidFill>
                <a:latin typeface="Inter"/>
                <a:ea typeface="Inter"/>
                <a:cs typeface="Inter"/>
                <a:sym typeface="Inter"/>
              </a:rPr>
              <a:t>#71C5E8</a:t>
            </a:r>
            <a:endParaRPr sz="1000">
              <a:solidFill>
                <a:srgbClr val="0857C3"/>
              </a:solidFill>
              <a:latin typeface="Inter Medium"/>
              <a:ea typeface="Inter Medium"/>
              <a:cs typeface="Inter Medium"/>
              <a:sym typeface="Inter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57C3"/>
        </a:solidFill>
      </p:bgPr>
    </p:bg>
    <p:spTree>
      <p:nvGrpSpPr>
        <p:cNvPr id="772" name="Shape 772"/>
        <p:cNvGrpSpPr/>
        <p:nvPr/>
      </p:nvGrpSpPr>
      <p:grpSpPr>
        <a:xfrm>
          <a:off x="0" y="0"/>
          <a:ext cx="0" cy="0"/>
          <a:chOff x="0" y="0"/>
          <a:chExt cx="0" cy="0"/>
        </a:xfrm>
      </p:grpSpPr>
      <p:sp>
        <p:nvSpPr>
          <p:cNvPr id="773" name="Google Shape;773;p74"/>
          <p:cNvSpPr txBox="1"/>
          <p:nvPr/>
        </p:nvSpPr>
        <p:spPr>
          <a:xfrm>
            <a:off x="8580950" y="4663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lt1"/>
                </a:solidFill>
                <a:latin typeface="Inter"/>
                <a:ea typeface="Inter"/>
                <a:cs typeface="Inter"/>
                <a:sym typeface="Inter"/>
              </a:rPr>
              <a:t>‹#›</a:t>
            </a:fld>
            <a:endParaRPr b="1" sz="600">
              <a:solidFill>
                <a:schemeClr val="lt1"/>
              </a:solidFill>
              <a:latin typeface="Inter"/>
              <a:ea typeface="Inter"/>
              <a:cs typeface="Inter"/>
              <a:sym typeface="Inter"/>
            </a:endParaRPr>
          </a:p>
        </p:txBody>
      </p:sp>
      <p:sp>
        <p:nvSpPr>
          <p:cNvPr id="774" name="Google Shape;774;p74"/>
          <p:cNvSpPr txBox="1"/>
          <p:nvPr>
            <p:ph idx="4294967295" type="ctrTitle"/>
          </p:nvPr>
        </p:nvSpPr>
        <p:spPr>
          <a:xfrm>
            <a:off x="529992" y="948375"/>
            <a:ext cx="2363100" cy="386100"/>
          </a:xfrm>
          <a:prstGeom prst="rect">
            <a:avLst/>
          </a:prstGeom>
        </p:spPr>
        <p:txBody>
          <a:bodyPr anchorCtr="0" anchor="ctr" bIns="34275" lIns="68575" spcFirstLastPara="1" rIns="68575" wrap="square" tIns="34275">
            <a:noAutofit/>
          </a:bodyPr>
          <a:lstStyle/>
          <a:p>
            <a:pPr indent="0" lvl="0" marL="0" rtl="0" algn="l">
              <a:lnSpc>
                <a:spcPct val="115000"/>
              </a:lnSpc>
              <a:spcBef>
                <a:spcPts val="1200"/>
              </a:spcBef>
              <a:spcAft>
                <a:spcPts val="1200"/>
              </a:spcAft>
              <a:buSzPts val="990"/>
              <a:buNone/>
            </a:pPr>
            <a:r>
              <a:rPr b="1" lang="en-GB" sz="2720">
                <a:solidFill>
                  <a:srgbClr val="307FE2"/>
                </a:solidFill>
                <a:latin typeface="Inter"/>
                <a:ea typeface="Inter"/>
                <a:cs typeface="Inter"/>
                <a:sym typeface="Inter"/>
              </a:rPr>
              <a:t>Tipografi</a:t>
            </a:r>
            <a:endParaRPr b="1" sz="2360">
              <a:solidFill>
                <a:srgbClr val="307FE2"/>
              </a:solidFill>
              <a:latin typeface="Inter"/>
              <a:ea typeface="Inter"/>
              <a:cs typeface="Inter"/>
              <a:sym typeface="Inter"/>
            </a:endParaRPr>
          </a:p>
        </p:txBody>
      </p:sp>
      <p:pic>
        <p:nvPicPr>
          <p:cNvPr id="775" name="Google Shape;775;p74"/>
          <p:cNvPicPr preferRelativeResize="0"/>
          <p:nvPr/>
        </p:nvPicPr>
        <p:blipFill rotWithShape="1">
          <a:blip r:embed="rId3">
            <a:alphaModFix/>
          </a:blip>
          <a:srcRect b="17488" l="34021" r="8963" t="23550"/>
          <a:stretch/>
        </p:blipFill>
        <p:spPr>
          <a:xfrm>
            <a:off x="4136975" y="1227575"/>
            <a:ext cx="4443974" cy="2584950"/>
          </a:xfrm>
          <a:prstGeom prst="rect">
            <a:avLst/>
          </a:prstGeom>
          <a:noFill/>
          <a:ln>
            <a:noFill/>
          </a:ln>
        </p:spPr>
      </p:pic>
      <p:sp>
        <p:nvSpPr>
          <p:cNvPr id="776" name="Google Shape;776;p74"/>
          <p:cNvSpPr txBox="1"/>
          <p:nvPr>
            <p:ph idx="4294967295" type="subTitle"/>
          </p:nvPr>
        </p:nvSpPr>
        <p:spPr>
          <a:xfrm>
            <a:off x="585800" y="1540276"/>
            <a:ext cx="3195300" cy="2442300"/>
          </a:xfrm>
          <a:prstGeom prst="rect">
            <a:avLst/>
          </a:prstGeom>
        </p:spPr>
        <p:txBody>
          <a:bodyPr anchorCtr="0" anchor="ctr" bIns="34275" lIns="68575" spcFirstLastPara="1" rIns="68575" wrap="square" tIns="34275">
            <a:noAutofit/>
          </a:bodyPr>
          <a:lstStyle/>
          <a:p>
            <a:pPr indent="0" lvl="0" marL="0" rtl="0" algn="just">
              <a:lnSpc>
                <a:spcPct val="115000"/>
              </a:lnSpc>
              <a:spcBef>
                <a:spcPts val="800"/>
              </a:spcBef>
              <a:spcAft>
                <a:spcPts val="0"/>
              </a:spcAft>
              <a:buNone/>
            </a:pPr>
            <a:r>
              <a:rPr b="1" lang="en-GB" sz="1000">
                <a:solidFill>
                  <a:srgbClr val="0857C3"/>
                </a:solidFill>
                <a:latin typeface="Inter"/>
                <a:ea typeface="Inter"/>
                <a:cs typeface="Inter"/>
                <a:sym typeface="Inter"/>
              </a:rPr>
              <a:t>Inter</a:t>
            </a:r>
            <a:r>
              <a:rPr lang="en-GB" sz="1000">
                <a:solidFill>
                  <a:srgbClr val="0857C3"/>
                </a:solidFill>
                <a:latin typeface="Inter Medium"/>
                <a:ea typeface="Inter Medium"/>
                <a:cs typeface="Inter Medium"/>
                <a:sym typeface="Inter Medium"/>
              </a:rPr>
              <a:t> adalah typeface utama BRI yang digunakan di seluruh komunikasi brand. Dengan beragam bobot dan gaya, Inter dapat beradaptasi secara konsisten di seluruh ekosistem BRI, mulai dari aplikasi digital, transaksi antarmuka, hingga materi iklan, layout editorial, dan signage.</a:t>
            </a:r>
            <a:endParaRPr sz="1000">
              <a:solidFill>
                <a:srgbClr val="0857C3"/>
              </a:solidFill>
              <a:latin typeface="Inter Medium"/>
              <a:ea typeface="Inter Medium"/>
              <a:cs typeface="Inter Medium"/>
              <a:sym typeface="Inter Medium"/>
            </a:endParaRPr>
          </a:p>
          <a:p>
            <a:pPr indent="0" lvl="0" marL="0" rtl="0" algn="just">
              <a:lnSpc>
                <a:spcPct val="115000"/>
              </a:lnSpc>
              <a:spcBef>
                <a:spcPts val="800"/>
              </a:spcBef>
              <a:spcAft>
                <a:spcPts val="0"/>
              </a:spcAft>
              <a:buNone/>
            </a:pPr>
            <a:r>
              <a:rPr lang="en-GB" sz="1000">
                <a:solidFill>
                  <a:srgbClr val="0857C3"/>
                </a:solidFill>
                <a:latin typeface="Inter Medium"/>
                <a:ea typeface="Inter Medium"/>
                <a:cs typeface="Inter Medium"/>
                <a:sym typeface="Inter Medium"/>
              </a:rPr>
              <a:t>Konsistensinya menciptakan kesatuan visual pada seluruh komunikasi korporat maupun yang berhadapan langsung dengan nasabah. Inter juga terus diperbarui dan dioptimalkan untuk teknologi terbaru, sehingga mendukung adaptabilitas jangka panjang BRI seiring perkembangan perbankan digital.</a:t>
            </a:r>
            <a:endParaRPr sz="1000">
              <a:solidFill>
                <a:srgbClr val="0857C3"/>
              </a:solidFill>
              <a:latin typeface="Inter Medium"/>
              <a:ea typeface="Inter Medium"/>
              <a:cs typeface="Inter Medium"/>
              <a:sym typeface="Inter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57C3"/>
        </a:solidFill>
      </p:bgPr>
    </p:bg>
    <p:spTree>
      <p:nvGrpSpPr>
        <p:cNvPr id="780" name="Shape 780"/>
        <p:cNvGrpSpPr/>
        <p:nvPr/>
      </p:nvGrpSpPr>
      <p:grpSpPr>
        <a:xfrm>
          <a:off x="0" y="0"/>
          <a:ext cx="0" cy="0"/>
          <a:chOff x="0" y="0"/>
          <a:chExt cx="0" cy="0"/>
        </a:xfrm>
      </p:grpSpPr>
      <p:sp>
        <p:nvSpPr>
          <p:cNvPr id="781" name="Google Shape;781;p75"/>
          <p:cNvSpPr txBox="1"/>
          <p:nvPr/>
        </p:nvSpPr>
        <p:spPr>
          <a:xfrm>
            <a:off x="8580950" y="4663450"/>
            <a:ext cx="3039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fld id="{00000000-1234-1234-1234-123412341234}" type="slidenum">
              <a:rPr b="1" lang="en-GB" sz="600">
                <a:solidFill>
                  <a:schemeClr val="lt1"/>
                </a:solidFill>
                <a:latin typeface="Inter"/>
                <a:ea typeface="Inter"/>
                <a:cs typeface="Inter"/>
                <a:sym typeface="Inter"/>
              </a:rPr>
              <a:t>‹#›</a:t>
            </a:fld>
            <a:endParaRPr b="1" sz="600">
              <a:solidFill>
                <a:schemeClr val="lt1"/>
              </a:solidFill>
              <a:latin typeface="Inter"/>
              <a:ea typeface="Inter"/>
              <a:cs typeface="Inter"/>
              <a:sym typeface="Inter"/>
            </a:endParaRPr>
          </a:p>
        </p:txBody>
      </p:sp>
      <p:sp>
        <p:nvSpPr>
          <p:cNvPr id="782" name="Google Shape;782;p75"/>
          <p:cNvSpPr txBox="1"/>
          <p:nvPr>
            <p:ph idx="4294967295" type="ctrTitle"/>
          </p:nvPr>
        </p:nvSpPr>
        <p:spPr>
          <a:xfrm>
            <a:off x="530002" y="948375"/>
            <a:ext cx="2963100" cy="386100"/>
          </a:xfrm>
          <a:prstGeom prst="rect">
            <a:avLst/>
          </a:prstGeom>
        </p:spPr>
        <p:txBody>
          <a:bodyPr anchorCtr="0" anchor="ctr" bIns="34275" lIns="68575" spcFirstLastPara="1" rIns="68575" wrap="square" tIns="34275">
            <a:noAutofit/>
          </a:bodyPr>
          <a:lstStyle/>
          <a:p>
            <a:pPr indent="0" lvl="0" marL="0" rtl="0" algn="l">
              <a:lnSpc>
                <a:spcPct val="115000"/>
              </a:lnSpc>
              <a:spcBef>
                <a:spcPts val="1200"/>
              </a:spcBef>
              <a:spcAft>
                <a:spcPts val="1200"/>
              </a:spcAft>
              <a:buSzPts val="990"/>
              <a:buNone/>
            </a:pPr>
            <a:r>
              <a:rPr b="1" lang="en-GB" sz="2720">
                <a:solidFill>
                  <a:srgbClr val="307FE2"/>
                </a:solidFill>
                <a:latin typeface="Inter"/>
                <a:ea typeface="Inter"/>
                <a:cs typeface="Inter"/>
                <a:sym typeface="Inter"/>
              </a:rPr>
              <a:t>Gaya fotografi</a:t>
            </a:r>
            <a:endParaRPr b="1" sz="2360">
              <a:solidFill>
                <a:srgbClr val="307FE2"/>
              </a:solidFill>
              <a:latin typeface="Inter"/>
              <a:ea typeface="Inter"/>
              <a:cs typeface="Inter"/>
              <a:sym typeface="Inter"/>
            </a:endParaRPr>
          </a:p>
        </p:txBody>
      </p:sp>
      <p:sp>
        <p:nvSpPr>
          <p:cNvPr id="783" name="Google Shape;783;p75"/>
          <p:cNvSpPr txBox="1"/>
          <p:nvPr>
            <p:ph idx="4294967295" type="subTitle"/>
          </p:nvPr>
        </p:nvSpPr>
        <p:spPr>
          <a:xfrm>
            <a:off x="563200" y="1464074"/>
            <a:ext cx="3501300" cy="1528200"/>
          </a:xfrm>
          <a:prstGeom prst="rect">
            <a:avLst/>
          </a:prstGeom>
        </p:spPr>
        <p:txBody>
          <a:bodyPr anchorCtr="0" anchor="ctr" bIns="34275" lIns="68575" spcFirstLastPara="1" rIns="68575" wrap="square" tIns="34275">
            <a:noAutofit/>
          </a:bodyPr>
          <a:lstStyle/>
          <a:p>
            <a:pPr indent="0" lvl="0" marL="0" rtl="0" algn="just">
              <a:spcBef>
                <a:spcPts val="800"/>
              </a:spcBef>
              <a:spcAft>
                <a:spcPts val="0"/>
              </a:spcAft>
              <a:buNone/>
            </a:pPr>
            <a:r>
              <a:rPr lang="en-GB" sz="1100">
                <a:solidFill>
                  <a:srgbClr val="0857C3"/>
                </a:solidFill>
                <a:latin typeface="Inter"/>
                <a:ea typeface="Inter"/>
                <a:cs typeface="Inter"/>
                <a:sym typeface="Inter"/>
              </a:rPr>
              <a:t>Gunakan </a:t>
            </a:r>
            <a:r>
              <a:rPr b="1" lang="en-GB" sz="1100">
                <a:solidFill>
                  <a:srgbClr val="0857C3"/>
                </a:solidFill>
                <a:latin typeface="Inter"/>
                <a:ea typeface="Inter"/>
                <a:cs typeface="Inter"/>
                <a:sym typeface="Inter"/>
              </a:rPr>
              <a:t>ekspresi alami</a:t>
            </a:r>
            <a:r>
              <a:rPr lang="en-GB" sz="1100">
                <a:solidFill>
                  <a:srgbClr val="0857C3"/>
                </a:solidFill>
                <a:latin typeface="Inter"/>
                <a:ea typeface="Inter"/>
                <a:cs typeface="Inter"/>
                <a:sym typeface="Inter"/>
              </a:rPr>
              <a:t>, </a:t>
            </a:r>
            <a:r>
              <a:rPr b="1" lang="en-GB" sz="1100">
                <a:solidFill>
                  <a:srgbClr val="0857C3"/>
                </a:solidFill>
                <a:latin typeface="Inter"/>
                <a:ea typeface="Inter"/>
                <a:cs typeface="Inter"/>
                <a:sym typeface="Inter"/>
              </a:rPr>
              <a:t>pose dinamis</a:t>
            </a:r>
            <a:r>
              <a:rPr lang="en-GB" sz="1100">
                <a:solidFill>
                  <a:srgbClr val="0857C3"/>
                </a:solidFill>
                <a:latin typeface="Inter"/>
                <a:ea typeface="Inter"/>
                <a:cs typeface="Inter"/>
                <a:sym typeface="Inter"/>
              </a:rPr>
              <a:t>, dan </a:t>
            </a:r>
            <a:r>
              <a:rPr b="1" lang="en-GB" sz="1100">
                <a:solidFill>
                  <a:srgbClr val="0857C3"/>
                </a:solidFill>
                <a:latin typeface="Inter"/>
                <a:ea typeface="Inter"/>
                <a:cs typeface="Inter"/>
                <a:sym typeface="Inter"/>
              </a:rPr>
              <a:t>candid</a:t>
            </a:r>
            <a:r>
              <a:rPr lang="en-GB" sz="1100">
                <a:solidFill>
                  <a:srgbClr val="0857C3"/>
                </a:solidFill>
                <a:latin typeface="Inter"/>
                <a:ea typeface="Inter"/>
                <a:cs typeface="Inter"/>
                <a:sym typeface="Inter"/>
              </a:rPr>
              <a:t>. Pencahayaan harus </a:t>
            </a:r>
            <a:r>
              <a:rPr b="1" lang="en-GB" sz="1100">
                <a:solidFill>
                  <a:srgbClr val="0857C3"/>
                </a:solidFill>
                <a:latin typeface="Inter"/>
                <a:ea typeface="Inter"/>
                <a:cs typeface="Inter"/>
                <a:sym typeface="Inter"/>
              </a:rPr>
              <a:t>terang </a:t>
            </a:r>
            <a:r>
              <a:rPr lang="en-GB" sz="1100">
                <a:solidFill>
                  <a:srgbClr val="0857C3"/>
                </a:solidFill>
                <a:latin typeface="Inter"/>
                <a:ea typeface="Inter"/>
                <a:cs typeface="Inter"/>
                <a:sym typeface="Inter"/>
              </a:rPr>
              <a:t>dan </a:t>
            </a:r>
            <a:r>
              <a:rPr b="1" lang="en-GB" sz="1100">
                <a:solidFill>
                  <a:srgbClr val="0857C3"/>
                </a:solidFill>
                <a:latin typeface="Inter"/>
                <a:ea typeface="Inter"/>
                <a:cs typeface="Inter"/>
                <a:sym typeface="Inter"/>
              </a:rPr>
              <a:t>bersih</a:t>
            </a:r>
            <a:r>
              <a:rPr lang="en-GB" sz="1100">
                <a:solidFill>
                  <a:srgbClr val="0857C3"/>
                </a:solidFill>
                <a:latin typeface="Inter"/>
                <a:ea typeface="Inter"/>
                <a:cs typeface="Inter"/>
                <a:sym typeface="Inter"/>
              </a:rPr>
              <a:t>, dengan preferensi pada cahaya alami atau pencahayaan studio yang lembut. Latar belakang dibuat sederhana dan modern, sering kali memanfaatkan nuansa biru khas BRI untuk menciptakan konsistensi visual tanpa mengalihkan fokus dari subjek.</a:t>
            </a:r>
            <a:endParaRPr b="1" sz="1000">
              <a:solidFill>
                <a:srgbClr val="0857C3"/>
              </a:solidFill>
              <a:latin typeface="Inter"/>
              <a:ea typeface="Inter"/>
              <a:cs typeface="Inter"/>
              <a:sym typeface="Inter"/>
            </a:endParaRPr>
          </a:p>
        </p:txBody>
      </p:sp>
      <p:pic>
        <p:nvPicPr>
          <p:cNvPr id="784" name="Google Shape;784;p75"/>
          <p:cNvPicPr preferRelativeResize="0"/>
          <p:nvPr/>
        </p:nvPicPr>
        <p:blipFill rotWithShape="1">
          <a:blip r:embed="rId3">
            <a:alphaModFix/>
          </a:blip>
          <a:srcRect b="8190" l="29372" r="5037" t="23616"/>
          <a:stretch/>
        </p:blipFill>
        <p:spPr>
          <a:xfrm>
            <a:off x="4175146" y="1334475"/>
            <a:ext cx="4562654" cy="2668326"/>
          </a:xfrm>
          <a:prstGeom prst="rect">
            <a:avLst/>
          </a:prstGeom>
          <a:noFill/>
          <a:ln>
            <a:noFill/>
          </a:ln>
        </p:spPr>
      </p:pic>
      <p:sp>
        <p:nvSpPr>
          <p:cNvPr id="785" name="Google Shape;785;p75"/>
          <p:cNvSpPr/>
          <p:nvPr/>
        </p:nvSpPr>
        <p:spPr>
          <a:xfrm>
            <a:off x="4253594" y="4223913"/>
            <a:ext cx="1095300" cy="285900"/>
          </a:xfrm>
          <a:prstGeom prst="roundRect">
            <a:avLst>
              <a:gd fmla="val 16667" name="adj"/>
            </a:avLst>
          </a:prstGeom>
          <a:solidFill>
            <a:srgbClr val="0857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chemeClr val="lt1"/>
                </a:solidFill>
              </a:rPr>
              <a:t>Pose aktif</a:t>
            </a:r>
            <a:endParaRPr>
              <a:solidFill>
                <a:schemeClr val="lt1"/>
              </a:solidFill>
            </a:endParaRPr>
          </a:p>
        </p:txBody>
      </p:sp>
      <p:sp>
        <p:nvSpPr>
          <p:cNvPr id="786" name="Google Shape;786;p75"/>
          <p:cNvSpPr txBox="1"/>
          <p:nvPr/>
        </p:nvSpPr>
        <p:spPr>
          <a:xfrm>
            <a:off x="5388794" y="4126625"/>
            <a:ext cx="3000000" cy="548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200"/>
              </a:spcAft>
              <a:buNone/>
            </a:pPr>
            <a:r>
              <a:rPr lang="en-GB" sz="1100">
                <a:solidFill>
                  <a:srgbClr val="0857C3"/>
                </a:solidFill>
                <a:latin typeface="Inter"/>
                <a:ea typeface="Inter"/>
                <a:cs typeface="Inter"/>
                <a:sym typeface="Inter"/>
              </a:rPr>
              <a:t>Bekerja, belajar, bertransaksi, berkreasi, dan merayakan pencapaian.</a:t>
            </a:r>
            <a:endParaRPr sz="1100">
              <a:solidFill>
                <a:srgbClr val="0857C3"/>
              </a:solidFill>
              <a:latin typeface="Inter"/>
              <a:ea typeface="Inter"/>
              <a:cs typeface="Inter"/>
              <a:sym typeface="Inter"/>
            </a:endParaRPr>
          </a:p>
        </p:txBody>
      </p:sp>
      <p:sp>
        <p:nvSpPr>
          <p:cNvPr id="787" name="Google Shape;787;p75"/>
          <p:cNvSpPr/>
          <p:nvPr/>
        </p:nvSpPr>
        <p:spPr>
          <a:xfrm>
            <a:off x="669825" y="2992275"/>
            <a:ext cx="2358900" cy="345000"/>
          </a:xfrm>
          <a:prstGeom prst="roundRect">
            <a:avLst>
              <a:gd fmla="val 16667" name="adj"/>
            </a:avLst>
          </a:prstGeom>
          <a:noFill/>
          <a:ln cap="flat" cmpd="sng" w="19050">
            <a:solidFill>
              <a:srgbClr val="0857C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0857C3"/>
                </a:solidFill>
              </a:rPr>
              <a:t>Alami</a:t>
            </a:r>
            <a:endParaRPr b="1">
              <a:solidFill>
                <a:srgbClr val="0857C3"/>
              </a:solidFill>
            </a:endParaRPr>
          </a:p>
        </p:txBody>
      </p:sp>
      <p:sp>
        <p:nvSpPr>
          <p:cNvPr id="788" name="Google Shape;788;p75"/>
          <p:cNvSpPr/>
          <p:nvPr/>
        </p:nvSpPr>
        <p:spPr>
          <a:xfrm>
            <a:off x="669825" y="3480675"/>
            <a:ext cx="2358900" cy="345000"/>
          </a:xfrm>
          <a:prstGeom prst="roundRect">
            <a:avLst>
              <a:gd fmla="val 16667" name="adj"/>
            </a:avLst>
          </a:prstGeom>
          <a:noFill/>
          <a:ln cap="flat" cmpd="sng" w="19050">
            <a:solidFill>
              <a:srgbClr val="0857C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0857C3"/>
                </a:solidFill>
              </a:rPr>
              <a:t>Pose dinamis</a:t>
            </a:r>
            <a:endParaRPr b="1">
              <a:solidFill>
                <a:srgbClr val="0857C3"/>
              </a:solidFill>
            </a:endParaRPr>
          </a:p>
        </p:txBody>
      </p:sp>
      <p:sp>
        <p:nvSpPr>
          <p:cNvPr id="789" name="Google Shape;789;p75"/>
          <p:cNvSpPr/>
          <p:nvPr/>
        </p:nvSpPr>
        <p:spPr>
          <a:xfrm>
            <a:off x="669825" y="3969075"/>
            <a:ext cx="2358900" cy="345000"/>
          </a:xfrm>
          <a:prstGeom prst="roundRect">
            <a:avLst>
              <a:gd fmla="val 16667" name="adj"/>
            </a:avLst>
          </a:prstGeom>
          <a:noFill/>
          <a:ln cap="flat" cmpd="sng" w="19050">
            <a:solidFill>
              <a:srgbClr val="0857C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solidFill>
                  <a:srgbClr val="0857C3"/>
                </a:solidFill>
              </a:rPr>
              <a:t>Candid</a:t>
            </a:r>
            <a:endParaRPr b="1">
              <a:solidFill>
                <a:srgbClr val="0857C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57C3"/>
        </a:solidFill>
      </p:bgPr>
    </p:bg>
    <p:spTree>
      <p:nvGrpSpPr>
        <p:cNvPr id="793" name="Shape 793"/>
        <p:cNvGrpSpPr/>
        <p:nvPr/>
      </p:nvGrpSpPr>
      <p:grpSpPr>
        <a:xfrm>
          <a:off x="0" y="0"/>
          <a:ext cx="0" cy="0"/>
          <a:chOff x="0" y="0"/>
          <a:chExt cx="0" cy="0"/>
        </a:xfrm>
      </p:grpSpPr>
      <p:sp>
        <p:nvSpPr>
          <p:cNvPr id="794" name="Google Shape;794;p76"/>
          <p:cNvSpPr/>
          <p:nvPr/>
        </p:nvSpPr>
        <p:spPr>
          <a:xfrm>
            <a:off x="994175" y="994150"/>
            <a:ext cx="2607900" cy="2607900"/>
          </a:xfrm>
          <a:prstGeom prst="roundRect">
            <a:avLst>
              <a:gd fmla="val 11992" name="adj"/>
            </a:avLst>
          </a:prstGeom>
          <a:noFill/>
          <a:ln cap="flat" cmpd="sng" w="38100">
            <a:solidFill>
              <a:srgbClr val="0957C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5" name="Google Shape;795;p76"/>
          <p:cNvSpPr txBox="1"/>
          <p:nvPr/>
        </p:nvSpPr>
        <p:spPr>
          <a:xfrm>
            <a:off x="4894968" y="1120931"/>
            <a:ext cx="3677700" cy="692700"/>
          </a:xfrm>
          <a:prstGeom prst="rect">
            <a:avLst/>
          </a:prstGeom>
          <a:noFill/>
          <a:ln>
            <a:noFill/>
          </a:ln>
        </p:spPr>
        <p:txBody>
          <a:bodyPr anchorCtr="0" anchor="t" bIns="0" lIns="0" spcFirstLastPara="1" rIns="0" wrap="square" tIns="0">
            <a:spAutoFit/>
          </a:bodyPr>
          <a:lstStyle/>
          <a:p>
            <a:pPr indent="0" lvl="0" marL="0" marR="0" rtl="0" algn="l">
              <a:lnSpc>
                <a:spcPct val="111100"/>
              </a:lnSpc>
              <a:spcBef>
                <a:spcPts val="0"/>
              </a:spcBef>
              <a:spcAft>
                <a:spcPts val="0"/>
              </a:spcAft>
              <a:buNone/>
            </a:pPr>
            <a:r>
              <a:rPr b="1" lang="en-GB" sz="4500">
                <a:solidFill>
                  <a:srgbClr val="0857C3"/>
                </a:solidFill>
                <a:latin typeface="Inter"/>
                <a:ea typeface="Inter"/>
                <a:cs typeface="Inter"/>
                <a:sym typeface="Inter"/>
              </a:rPr>
              <a:t>Divider</a:t>
            </a:r>
            <a:endParaRPr sz="1100"/>
          </a:p>
        </p:txBody>
      </p:sp>
      <p:pic>
        <p:nvPicPr>
          <p:cNvPr id="796" name="Google Shape;796;p76" title="Model-24-BRImo.png"/>
          <p:cNvPicPr preferRelativeResize="0"/>
          <p:nvPr/>
        </p:nvPicPr>
        <p:blipFill>
          <a:blip r:embed="rId3">
            <a:alphaModFix/>
          </a:blip>
          <a:stretch>
            <a:fillRect/>
          </a:stretch>
        </p:blipFill>
        <p:spPr>
          <a:xfrm>
            <a:off x="587000" y="810276"/>
            <a:ext cx="3015076" cy="4333225"/>
          </a:xfrm>
          <a:prstGeom prst="rect">
            <a:avLst/>
          </a:prstGeom>
          <a:noFill/>
          <a:ln>
            <a:noFill/>
          </a:ln>
        </p:spPr>
      </p:pic>
      <p:sp>
        <p:nvSpPr>
          <p:cNvPr id="797" name="Google Shape;797;p76"/>
          <p:cNvSpPr txBox="1"/>
          <p:nvPr/>
        </p:nvSpPr>
        <p:spPr>
          <a:xfrm>
            <a:off x="4894968" y="1813631"/>
            <a:ext cx="3677700" cy="1891500"/>
          </a:xfrm>
          <a:prstGeom prst="rect">
            <a:avLst/>
          </a:prstGeom>
          <a:noFill/>
          <a:ln>
            <a:noFill/>
          </a:ln>
        </p:spPr>
        <p:txBody>
          <a:bodyPr anchorCtr="0" anchor="t" bIns="0" lIns="0" spcFirstLastPara="1" rIns="0" wrap="square" tIns="0">
            <a:spAutoFit/>
          </a:bodyPr>
          <a:lstStyle/>
          <a:p>
            <a:pPr indent="-317500" lvl="0" marL="457200" marR="0" rtl="0" algn="l">
              <a:lnSpc>
                <a:spcPct val="1111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Foto/ilustrasi pada divider dapat diubah menyesuaikan konteks presentasi</a:t>
            </a:r>
            <a:endParaRPr>
              <a:solidFill>
                <a:schemeClr val="dk1"/>
              </a:solidFill>
              <a:latin typeface="Inter"/>
              <a:ea typeface="Inter"/>
              <a:cs typeface="Inter"/>
              <a:sym typeface="Inter"/>
            </a:endParaRPr>
          </a:p>
          <a:p>
            <a:pPr indent="-317500" lvl="0" marL="457200" marR="0" rtl="0" algn="l">
              <a:lnSpc>
                <a:spcPct val="1111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Bisa menambahkan shape rounded square tanpa warna dan outline size 4 dengan pilihan warna outline </a:t>
            </a:r>
            <a:r>
              <a:rPr b="1" lang="en-GB">
                <a:solidFill>
                  <a:srgbClr val="0957C3"/>
                </a:solidFill>
                <a:latin typeface="Inter"/>
                <a:ea typeface="Inter"/>
                <a:cs typeface="Inter"/>
                <a:sym typeface="Inter"/>
              </a:rPr>
              <a:t>nusantara blue</a:t>
            </a:r>
            <a:r>
              <a:rPr lang="en-GB">
                <a:solidFill>
                  <a:schemeClr val="dk1"/>
                </a:solidFill>
                <a:latin typeface="Inter"/>
                <a:ea typeface="Inter"/>
                <a:cs typeface="Inter"/>
                <a:sym typeface="Inter"/>
              </a:rPr>
              <a:t>, </a:t>
            </a:r>
            <a:r>
              <a:rPr b="1" lang="en-GB">
                <a:solidFill>
                  <a:srgbClr val="307FE2"/>
                </a:solidFill>
                <a:latin typeface="Inter"/>
                <a:ea typeface="Inter"/>
                <a:cs typeface="Inter"/>
                <a:sym typeface="Inter"/>
              </a:rPr>
              <a:t>cakrawala blue</a:t>
            </a:r>
            <a:r>
              <a:rPr b="1" lang="en-GB">
                <a:solidFill>
                  <a:schemeClr val="dk1"/>
                </a:solidFill>
                <a:latin typeface="Inter"/>
                <a:ea typeface="Inter"/>
                <a:cs typeface="Inter"/>
                <a:sym typeface="Inter"/>
              </a:rPr>
              <a:t>, </a:t>
            </a:r>
            <a:r>
              <a:rPr b="1" lang="en-GB">
                <a:solidFill>
                  <a:srgbClr val="71C4E8"/>
                </a:solidFill>
                <a:latin typeface="Inter"/>
                <a:ea typeface="Inter"/>
                <a:cs typeface="Inter"/>
                <a:sym typeface="Inter"/>
              </a:rPr>
              <a:t>mentari blue</a:t>
            </a:r>
            <a:r>
              <a:rPr b="1" lang="en-GB">
                <a:solidFill>
                  <a:schemeClr val="dk1"/>
                </a:solidFill>
                <a:latin typeface="Inter"/>
                <a:ea typeface="Inter"/>
                <a:cs typeface="Inter"/>
                <a:sym typeface="Inter"/>
              </a:rPr>
              <a:t>, </a:t>
            </a:r>
            <a:r>
              <a:rPr b="1" lang="en-GB">
                <a:solidFill>
                  <a:schemeClr val="lt1"/>
                </a:solidFill>
                <a:highlight>
                  <a:srgbClr val="0957C3"/>
                </a:highlight>
                <a:latin typeface="Inter"/>
                <a:ea typeface="Inter"/>
                <a:cs typeface="Inter"/>
                <a:sym typeface="Inter"/>
              </a:rPr>
              <a:t>putih</a:t>
            </a:r>
            <a:endParaRPr b="1">
              <a:solidFill>
                <a:schemeClr val="lt1"/>
              </a:solidFill>
              <a:highlight>
                <a:srgbClr val="0957C3"/>
              </a:highlight>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57C3"/>
        </a:solidFill>
      </p:bgPr>
    </p:bg>
    <p:spTree>
      <p:nvGrpSpPr>
        <p:cNvPr id="801" name="Shape 801"/>
        <p:cNvGrpSpPr/>
        <p:nvPr/>
      </p:nvGrpSpPr>
      <p:grpSpPr>
        <a:xfrm>
          <a:off x="0" y="0"/>
          <a:ext cx="0" cy="0"/>
          <a:chOff x="0" y="0"/>
          <a:chExt cx="0" cy="0"/>
        </a:xfrm>
      </p:grpSpPr>
      <p:sp>
        <p:nvSpPr>
          <p:cNvPr id="802" name="Google Shape;802;p77"/>
          <p:cNvSpPr txBox="1"/>
          <p:nvPr/>
        </p:nvSpPr>
        <p:spPr>
          <a:xfrm>
            <a:off x="2834943" y="456406"/>
            <a:ext cx="3677700" cy="369300"/>
          </a:xfrm>
          <a:prstGeom prst="rect">
            <a:avLst/>
          </a:prstGeom>
          <a:noFill/>
          <a:ln>
            <a:noFill/>
          </a:ln>
        </p:spPr>
        <p:txBody>
          <a:bodyPr anchorCtr="0" anchor="t" bIns="0" lIns="0" spcFirstLastPara="1" rIns="0" wrap="square" tIns="0">
            <a:spAutoFit/>
          </a:bodyPr>
          <a:lstStyle/>
          <a:p>
            <a:pPr indent="0" lvl="0" marL="0" marR="0" rtl="0" algn="ctr">
              <a:lnSpc>
                <a:spcPct val="111100"/>
              </a:lnSpc>
              <a:spcBef>
                <a:spcPts val="0"/>
              </a:spcBef>
              <a:spcAft>
                <a:spcPts val="0"/>
              </a:spcAft>
              <a:buNone/>
            </a:pPr>
            <a:r>
              <a:rPr b="1" lang="en-GB" sz="2400">
                <a:solidFill>
                  <a:srgbClr val="0857C3"/>
                </a:solidFill>
                <a:latin typeface="Inter"/>
                <a:ea typeface="Inter"/>
                <a:cs typeface="Inter"/>
                <a:sym typeface="Inter"/>
              </a:rPr>
              <a:t>Logo</a:t>
            </a:r>
            <a:endParaRPr sz="2400"/>
          </a:p>
        </p:txBody>
      </p:sp>
      <p:pic>
        <p:nvPicPr>
          <p:cNvPr id="803" name="Google Shape;803;p77" title="BRI_Bancassurance.png"/>
          <p:cNvPicPr preferRelativeResize="0"/>
          <p:nvPr/>
        </p:nvPicPr>
        <p:blipFill>
          <a:blip r:embed="rId3">
            <a:alphaModFix/>
          </a:blip>
          <a:stretch>
            <a:fillRect/>
          </a:stretch>
        </p:blipFill>
        <p:spPr>
          <a:xfrm>
            <a:off x="758086" y="1092701"/>
            <a:ext cx="1246152" cy="306675"/>
          </a:xfrm>
          <a:prstGeom prst="rect">
            <a:avLst/>
          </a:prstGeom>
          <a:noFill/>
          <a:ln>
            <a:noFill/>
          </a:ln>
        </p:spPr>
      </p:pic>
      <p:pic>
        <p:nvPicPr>
          <p:cNvPr id="804" name="Google Shape;804;p77" title="BRI_Debit.png"/>
          <p:cNvPicPr preferRelativeResize="0"/>
          <p:nvPr/>
        </p:nvPicPr>
        <p:blipFill>
          <a:blip r:embed="rId4">
            <a:alphaModFix/>
          </a:blip>
          <a:stretch>
            <a:fillRect/>
          </a:stretch>
        </p:blipFill>
        <p:spPr>
          <a:xfrm>
            <a:off x="758086" y="1576025"/>
            <a:ext cx="685219" cy="306675"/>
          </a:xfrm>
          <a:prstGeom prst="rect">
            <a:avLst/>
          </a:prstGeom>
          <a:noFill/>
          <a:ln>
            <a:noFill/>
          </a:ln>
        </p:spPr>
      </p:pic>
      <p:pic>
        <p:nvPicPr>
          <p:cNvPr id="805" name="Google Shape;805;p77" title="BRI_Deposito.png"/>
          <p:cNvPicPr preferRelativeResize="0"/>
          <p:nvPr/>
        </p:nvPicPr>
        <p:blipFill>
          <a:blip r:embed="rId5">
            <a:alphaModFix/>
          </a:blip>
          <a:stretch>
            <a:fillRect/>
          </a:stretch>
        </p:blipFill>
        <p:spPr>
          <a:xfrm>
            <a:off x="758086" y="2059349"/>
            <a:ext cx="806223" cy="306676"/>
          </a:xfrm>
          <a:prstGeom prst="rect">
            <a:avLst/>
          </a:prstGeom>
          <a:noFill/>
          <a:ln>
            <a:noFill/>
          </a:ln>
        </p:spPr>
      </p:pic>
      <p:pic>
        <p:nvPicPr>
          <p:cNvPr id="806" name="Google Shape;806;p77" title="BRI_DPLK.png"/>
          <p:cNvPicPr preferRelativeResize="0"/>
          <p:nvPr/>
        </p:nvPicPr>
        <p:blipFill>
          <a:blip r:embed="rId6">
            <a:alphaModFix/>
          </a:blip>
          <a:stretch>
            <a:fillRect/>
          </a:stretch>
        </p:blipFill>
        <p:spPr>
          <a:xfrm>
            <a:off x="758086" y="2542676"/>
            <a:ext cx="688666" cy="306676"/>
          </a:xfrm>
          <a:prstGeom prst="rect">
            <a:avLst/>
          </a:prstGeom>
          <a:noFill/>
          <a:ln>
            <a:noFill/>
          </a:ln>
        </p:spPr>
      </p:pic>
      <p:pic>
        <p:nvPicPr>
          <p:cNvPr id="807" name="Google Shape;807;p77" title="BRI_eBuzz.png"/>
          <p:cNvPicPr preferRelativeResize="0"/>
          <p:nvPr/>
        </p:nvPicPr>
        <p:blipFill>
          <a:blip r:embed="rId7">
            <a:alphaModFix/>
          </a:blip>
          <a:stretch>
            <a:fillRect/>
          </a:stretch>
        </p:blipFill>
        <p:spPr>
          <a:xfrm>
            <a:off x="758086" y="3025991"/>
            <a:ext cx="708844" cy="306675"/>
          </a:xfrm>
          <a:prstGeom prst="rect">
            <a:avLst/>
          </a:prstGeom>
          <a:noFill/>
          <a:ln>
            <a:noFill/>
          </a:ln>
        </p:spPr>
      </p:pic>
      <p:pic>
        <p:nvPicPr>
          <p:cNvPr id="808" name="Google Shape;808;p77" title="BRI_EDC.png"/>
          <p:cNvPicPr preferRelativeResize="0"/>
          <p:nvPr/>
        </p:nvPicPr>
        <p:blipFill>
          <a:blip r:embed="rId8">
            <a:alphaModFix/>
          </a:blip>
          <a:stretch>
            <a:fillRect/>
          </a:stretch>
        </p:blipFill>
        <p:spPr>
          <a:xfrm>
            <a:off x="758086" y="3509333"/>
            <a:ext cx="685829" cy="306676"/>
          </a:xfrm>
          <a:prstGeom prst="rect">
            <a:avLst/>
          </a:prstGeom>
          <a:noFill/>
          <a:ln>
            <a:noFill/>
          </a:ln>
        </p:spPr>
      </p:pic>
      <p:pic>
        <p:nvPicPr>
          <p:cNvPr id="809" name="Google Shape;809;p77" title="BRI_Giro.png"/>
          <p:cNvPicPr preferRelativeResize="0"/>
          <p:nvPr/>
        </p:nvPicPr>
        <p:blipFill>
          <a:blip r:embed="rId9">
            <a:alphaModFix/>
          </a:blip>
          <a:stretch>
            <a:fillRect/>
          </a:stretch>
        </p:blipFill>
        <p:spPr>
          <a:xfrm>
            <a:off x="759808" y="3992655"/>
            <a:ext cx="685224" cy="306898"/>
          </a:xfrm>
          <a:prstGeom prst="rect">
            <a:avLst/>
          </a:prstGeom>
          <a:noFill/>
          <a:ln>
            <a:noFill/>
          </a:ln>
        </p:spPr>
      </p:pic>
      <p:pic>
        <p:nvPicPr>
          <p:cNvPr id="810" name="Google Shape;810;p77" title="BRI_Investasi.png"/>
          <p:cNvPicPr preferRelativeResize="0"/>
          <p:nvPr/>
        </p:nvPicPr>
        <p:blipFill>
          <a:blip r:embed="rId10">
            <a:alphaModFix/>
          </a:blip>
          <a:stretch>
            <a:fillRect/>
          </a:stretch>
        </p:blipFill>
        <p:spPr>
          <a:xfrm>
            <a:off x="2246975" y="1092700"/>
            <a:ext cx="865956" cy="306899"/>
          </a:xfrm>
          <a:prstGeom prst="rect">
            <a:avLst/>
          </a:prstGeom>
          <a:noFill/>
          <a:ln>
            <a:noFill/>
          </a:ln>
        </p:spPr>
      </p:pic>
      <p:pic>
        <p:nvPicPr>
          <p:cNvPr id="811" name="Google Shape;811;p77" title="BRI_Junio.png"/>
          <p:cNvPicPr preferRelativeResize="0"/>
          <p:nvPr/>
        </p:nvPicPr>
        <p:blipFill>
          <a:blip r:embed="rId11">
            <a:alphaModFix/>
          </a:blip>
          <a:stretch>
            <a:fillRect/>
          </a:stretch>
        </p:blipFill>
        <p:spPr>
          <a:xfrm>
            <a:off x="2246983" y="1576025"/>
            <a:ext cx="756360" cy="306900"/>
          </a:xfrm>
          <a:prstGeom prst="rect">
            <a:avLst/>
          </a:prstGeom>
          <a:noFill/>
          <a:ln>
            <a:noFill/>
          </a:ln>
        </p:spPr>
      </p:pic>
      <p:pic>
        <p:nvPicPr>
          <p:cNvPr id="812" name="Google Shape;812;p77" title="BRI_Katu Kredit.png"/>
          <p:cNvPicPr preferRelativeResize="0"/>
          <p:nvPr/>
        </p:nvPicPr>
        <p:blipFill>
          <a:blip r:embed="rId12">
            <a:alphaModFix/>
          </a:blip>
          <a:stretch>
            <a:fillRect/>
          </a:stretch>
        </p:blipFill>
        <p:spPr>
          <a:xfrm>
            <a:off x="2246979" y="2059350"/>
            <a:ext cx="1046789" cy="306675"/>
          </a:xfrm>
          <a:prstGeom prst="rect">
            <a:avLst/>
          </a:prstGeom>
          <a:noFill/>
          <a:ln>
            <a:noFill/>
          </a:ln>
        </p:spPr>
      </p:pic>
      <p:pic>
        <p:nvPicPr>
          <p:cNvPr id="813" name="Google Shape;813;p77" title="BRI_KKB.png"/>
          <p:cNvPicPr preferRelativeResize="0"/>
          <p:nvPr/>
        </p:nvPicPr>
        <p:blipFill>
          <a:blip r:embed="rId13">
            <a:alphaModFix/>
          </a:blip>
          <a:stretch>
            <a:fillRect/>
          </a:stretch>
        </p:blipFill>
        <p:spPr>
          <a:xfrm>
            <a:off x="2246979" y="2542450"/>
            <a:ext cx="685224" cy="304927"/>
          </a:xfrm>
          <a:prstGeom prst="rect">
            <a:avLst/>
          </a:prstGeom>
          <a:noFill/>
          <a:ln>
            <a:noFill/>
          </a:ln>
        </p:spPr>
      </p:pic>
      <p:pic>
        <p:nvPicPr>
          <p:cNvPr id="814" name="Google Shape;814;p77" title="BRI_KPR.png"/>
          <p:cNvPicPr preferRelativeResize="0"/>
          <p:nvPr/>
        </p:nvPicPr>
        <p:blipFill>
          <a:blip r:embed="rId14">
            <a:alphaModFix/>
          </a:blip>
          <a:stretch>
            <a:fillRect/>
          </a:stretch>
        </p:blipFill>
        <p:spPr>
          <a:xfrm>
            <a:off x="2246975" y="3023800"/>
            <a:ext cx="685224" cy="304936"/>
          </a:xfrm>
          <a:prstGeom prst="rect">
            <a:avLst/>
          </a:prstGeom>
          <a:noFill/>
          <a:ln>
            <a:noFill/>
          </a:ln>
        </p:spPr>
      </p:pic>
      <p:pic>
        <p:nvPicPr>
          <p:cNvPr id="815" name="Google Shape;815;p77" title="BRI_Kredit Investasi.png"/>
          <p:cNvPicPr preferRelativeResize="0"/>
          <p:nvPr/>
        </p:nvPicPr>
        <p:blipFill>
          <a:blip r:embed="rId15">
            <a:alphaModFix/>
          </a:blip>
          <a:stretch>
            <a:fillRect/>
          </a:stretch>
        </p:blipFill>
        <p:spPr>
          <a:xfrm>
            <a:off x="2246975" y="3505150"/>
            <a:ext cx="865951" cy="428532"/>
          </a:xfrm>
          <a:prstGeom prst="rect">
            <a:avLst/>
          </a:prstGeom>
          <a:noFill/>
          <a:ln>
            <a:noFill/>
          </a:ln>
        </p:spPr>
      </p:pic>
      <p:pic>
        <p:nvPicPr>
          <p:cNvPr id="816" name="Google Shape;816;p77" title="BRI_Kredit Modal Kerja.png"/>
          <p:cNvPicPr preferRelativeResize="0"/>
          <p:nvPr/>
        </p:nvPicPr>
        <p:blipFill>
          <a:blip r:embed="rId16">
            <a:alphaModFix/>
          </a:blip>
          <a:stretch>
            <a:fillRect/>
          </a:stretch>
        </p:blipFill>
        <p:spPr>
          <a:xfrm>
            <a:off x="2246980" y="4037750"/>
            <a:ext cx="980547" cy="428526"/>
          </a:xfrm>
          <a:prstGeom prst="rect">
            <a:avLst/>
          </a:prstGeom>
          <a:noFill/>
          <a:ln>
            <a:noFill/>
          </a:ln>
        </p:spPr>
      </p:pic>
      <p:pic>
        <p:nvPicPr>
          <p:cNvPr id="817" name="Google Shape;817;p77" title="BRI_KUR.png"/>
          <p:cNvPicPr preferRelativeResize="0"/>
          <p:nvPr/>
        </p:nvPicPr>
        <p:blipFill>
          <a:blip r:embed="rId17">
            <a:alphaModFix/>
          </a:blip>
          <a:stretch>
            <a:fillRect/>
          </a:stretch>
        </p:blipFill>
        <p:spPr>
          <a:xfrm>
            <a:off x="3732421" y="1092700"/>
            <a:ext cx="681913" cy="304925"/>
          </a:xfrm>
          <a:prstGeom prst="rect">
            <a:avLst/>
          </a:prstGeom>
          <a:noFill/>
          <a:ln>
            <a:noFill/>
          </a:ln>
        </p:spPr>
      </p:pic>
      <p:pic>
        <p:nvPicPr>
          <p:cNvPr id="818" name="Google Shape;818;p77" title="BRI_Kustodian.png"/>
          <p:cNvPicPr preferRelativeResize="0"/>
          <p:nvPr/>
        </p:nvPicPr>
        <p:blipFill>
          <a:blip r:embed="rId18">
            <a:alphaModFix/>
          </a:blip>
          <a:stretch>
            <a:fillRect/>
          </a:stretch>
        </p:blipFill>
        <p:spPr>
          <a:xfrm>
            <a:off x="3732426" y="1577012"/>
            <a:ext cx="923093" cy="304924"/>
          </a:xfrm>
          <a:prstGeom prst="rect">
            <a:avLst/>
          </a:prstGeom>
          <a:noFill/>
          <a:ln>
            <a:noFill/>
          </a:ln>
        </p:spPr>
      </p:pic>
      <p:pic>
        <p:nvPicPr>
          <p:cNvPr id="819" name="Google Shape;819;p77" title="BRI_Link Agen.png"/>
          <p:cNvPicPr preferRelativeResize="0"/>
          <p:nvPr/>
        </p:nvPicPr>
        <p:blipFill>
          <a:blip r:embed="rId19">
            <a:alphaModFix/>
          </a:blip>
          <a:stretch>
            <a:fillRect/>
          </a:stretch>
        </p:blipFill>
        <p:spPr>
          <a:xfrm>
            <a:off x="3732425" y="2061300"/>
            <a:ext cx="1054566" cy="306900"/>
          </a:xfrm>
          <a:prstGeom prst="rect">
            <a:avLst/>
          </a:prstGeom>
          <a:noFill/>
          <a:ln>
            <a:noFill/>
          </a:ln>
        </p:spPr>
      </p:pic>
      <p:pic>
        <p:nvPicPr>
          <p:cNvPr id="820" name="Google Shape;820;p77" title="BRI_Merchant.jpg"/>
          <p:cNvPicPr preferRelativeResize="0"/>
          <p:nvPr/>
        </p:nvPicPr>
        <p:blipFill>
          <a:blip r:embed="rId20">
            <a:alphaModFix/>
          </a:blip>
          <a:stretch>
            <a:fillRect/>
          </a:stretch>
        </p:blipFill>
        <p:spPr>
          <a:xfrm>
            <a:off x="3732425" y="2547577"/>
            <a:ext cx="865951" cy="308973"/>
          </a:xfrm>
          <a:prstGeom prst="rect">
            <a:avLst/>
          </a:prstGeom>
          <a:noFill/>
          <a:ln>
            <a:noFill/>
          </a:ln>
        </p:spPr>
      </p:pic>
      <p:pic>
        <p:nvPicPr>
          <p:cNvPr id="821" name="Google Shape;821;p77" title="BRI_Money Changer.png"/>
          <p:cNvPicPr preferRelativeResize="0"/>
          <p:nvPr/>
        </p:nvPicPr>
        <p:blipFill>
          <a:blip r:embed="rId21">
            <a:alphaModFix/>
          </a:blip>
          <a:stretch>
            <a:fillRect/>
          </a:stretch>
        </p:blipFill>
        <p:spPr>
          <a:xfrm>
            <a:off x="3732413" y="3035925"/>
            <a:ext cx="806223" cy="429675"/>
          </a:xfrm>
          <a:prstGeom prst="rect">
            <a:avLst/>
          </a:prstGeom>
          <a:noFill/>
          <a:ln>
            <a:noFill/>
          </a:ln>
        </p:spPr>
      </p:pic>
      <p:pic>
        <p:nvPicPr>
          <p:cNvPr id="822" name="Google Shape;822;p77" title="BRI_Multiguna.png"/>
          <p:cNvPicPr preferRelativeResize="0"/>
          <p:nvPr/>
        </p:nvPicPr>
        <p:blipFill>
          <a:blip r:embed="rId22">
            <a:alphaModFix/>
          </a:blip>
          <a:stretch>
            <a:fillRect/>
          </a:stretch>
        </p:blipFill>
        <p:spPr>
          <a:xfrm>
            <a:off x="3732425" y="3577826"/>
            <a:ext cx="865951" cy="308972"/>
          </a:xfrm>
          <a:prstGeom prst="rect">
            <a:avLst/>
          </a:prstGeom>
          <a:noFill/>
          <a:ln>
            <a:noFill/>
          </a:ln>
        </p:spPr>
      </p:pic>
      <p:pic>
        <p:nvPicPr>
          <p:cNvPr id="823" name="Google Shape;823;p77" title="BRI_Remittance.png"/>
          <p:cNvPicPr preferRelativeResize="0"/>
          <p:nvPr/>
        </p:nvPicPr>
        <p:blipFill>
          <a:blip r:embed="rId23">
            <a:alphaModFix/>
          </a:blip>
          <a:stretch>
            <a:fillRect/>
          </a:stretch>
        </p:blipFill>
        <p:spPr>
          <a:xfrm>
            <a:off x="3732425" y="4037745"/>
            <a:ext cx="997958" cy="304924"/>
          </a:xfrm>
          <a:prstGeom prst="rect">
            <a:avLst/>
          </a:prstGeom>
          <a:noFill/>
          <a:ln>
            <a:noFill/>
          </a:ln>
        </p:spPr>
      </p:pic>
      <p:pic>
        <p:nvPicPr>
          <p:cNvPr id="824" name="Google Shape;824;p77" title="BRI_Prioritas.png"/>
          <p:cNvPicPr preferRelativeResize="0"/>
          <p:nvPr/>
        </p:nvPicPr>
        <p:blipFill>
          <a:blip r:embed="rId24">
            <a:alphaModFix/>
          </a:blip>
          <a:stretch>
            <a:fillRect/>
          </a:stretch>
        </p:blipFill>
        <p:spPr>
          <a:xfrm>
            <a:off x="5384597" y="1092696"/>
            <a:ext cx="865951" cy="317535"/>
          </a:xfrm>
          <a:prstGeom prst="rect">
            <a:avLst/>
          </a:prstGeom>
          <a:noFill/>
          <a:ln>
            <a:noFill/>
          </a:ln>
        </p:spPr>
      </p:pic>
      <p:pic>
        <p:nvPicPr>
          <p:cNvPr id="825" name="Google Shape;825;p77" title="BRI_Private.png"/>
          <p:cNvPicPr preferRelativeResize="0"/>
          <p:nvPr/>
        </p:nvPicPr>
        <p:blipFill>
          <a:blip r:embed="rId25">
            <a:alphaModFix/>
          </a:blip>
          <a:stretch>
            <a:fillRect/>
          </a:stretch>
        </p:blipFill>
        <p:spPr>
          <a:xfrm>
            <a:off x="5384597" y="1576575"/>
            <a:ext cx="756377" cy="305800"/>
          </a:xfrm>
          <a:prstGeom prst="rect">
            <a:avLst/>
          </a:prstGeom>
          <a:noFill/>
          <a:ln>
            <a:noFill/>
          </a:ln>
        </p:spPr>
      </p:pic>
      <p:pic>
        <p:nvPicPr>
          <p:cNvPr id="826" name="Google Shape;826;p77" title="BRI_Tabungan Bisnis.png"/>
          <p:cNvPicPr preferRelativeResize="0"/>
          <p:nvPr/>
        </p:nvPicPr>
        <p:blipFill>
          <a:blip r:embed="rId26">
            <a:alphaModFix/>
          </a:blip>
          <a:stretch>
            <a:fillRect/>
          </a:stretch>
        </p:blipFill>
        <p:spPr>
          <a:xfrm>
            <a:off x="5384597" y="2048725"/>
            <a:ext cx="923102" cy="426569"/>
          </a:xfrm>
          <a:prstGeom prst="rect">
            <a:avLst/>
          </a:prstGeom>
          <a:noFill/>
          <a:ln>
            <a:noFill/>
          </a:ln>
        </p:spPr>
      </p:pic>
      <p:pic>
        <p:nvPicPr>
          <p:cNvPr id="827" name="Google Shape;827;p77" title="BRI_Tabungan Britama.png"/>
          <p:cNvPicPr preferRelativeResize="0"/>
          <p:nvPr/>
        </p:nvPicPr>
        <p:blipFill>
          <a:blip r:embed="rId27">
            <a:alphaModFix/>
          </a:blip>
          <a:stretch>
            <a:fillRect/>
          </a:stretch>
        </p:blipFill>
        <p:spPr>
          <a:xfrm>
            <a:off x="5384597" y="2607277"/>
            <a:ext cx="923102" cy="426082"/>
          </a:xfrm>
          <a:prstGeom prst="rect">
            <a:avLst/>
          </a:prstGeom>
          <a:noFill/>
          <a:ln>
            <a:noFill/>
          </a:ln>
        </p:spPr>
      </p:pic>
      <p:pic>
        <p:nvPicPr>
          <p:cNvPr id="828" name="Google Shape;828;p77" title="BRI_Tabungan Rencana.png"/>
          <p:cNvPicPr preferRelativeResize="0"/>
          <p:nvPr/>
        </p:nvPicPr>
        <p:blipFill>
          <a:blip r:embed="rId28">
            <a:alphaModFix/>
          </a:blip>
          <a:stretch>
            <a:fillRect/>
          </a:stretch>
        </p:blipFill>
        <p:spPr>
          <a:xfrm>
            <a:off x="5384597" y="3165332"/>
            <a:ext cx="923102" cy="426087"/>
          </a:xfrm>
          <a:prstGeom prst="rect">
            <a:avLst/>
          </a:prstGeom>
          <a:noFill/>
          <a:ln>
            <a:noFill/>
          </a:ln>
        </p:spPr>
      </p:pic>
      <p:pic>
        <p:nvPicPr>
          <p:cNvPr id="829" name="Google Shape;829;p77" title="BRI_Tabungan Simpedes.png"/>
          <p:cNvPicPr preferRelativeResize="0"/>
          <p:nvPr/>
        </p:nvPicPr>
        <p:blipFill>
          <a:blip r:embed="rId29">
            <a:alphaModFix/>
          </a:blip>
          <a:stretch>
            <a:fillRect/>
          </a:stretch>
        </p:blipFill>
        <p:spPr>
          <a:xfrm>
            <a:off x="5384600" y="3723405"/>
            <a:ext cx="923102" cy="450048"/>
          </a:xfrm>
          <a:prstGeom prst="rect">
            <a:avLst/>
          </a:prstGeom>
          <a:noFill/>
          <a:ln>
            <a:noFill/>
          </a:ln>
        </p:spPr>
      </p:pic>
      <p:pic>
        <p:nvPicPr>
          <p:cNvPr id="830" name="Google Shape;830;p77" title="BRI_Teras Kapal.png"/>
          <p:cNvPicPr preferRelativeResize="0"/>
          <p:nvPr/>
        </p:nvPicPr>
        <p:blipFill>
          <a:blip r:embed="rId30">
            <a:alphaModFix/>
          </a:blip>
          <a:stretch>
            <a:fillRect/>
          </a:stretch>
        </p:blipFill>
        <p:spPr>
          <a:xfrm>
            <a:off x="5384589" y="4305417"/>
            <a:ext cx="980552" cy="317912"/>
          </a:xfrm>
          <a:prstGeom prst="rect">
            <a:avLst/>
          </a:prstGeom>
          <a:noFill/>
          <a:ln>
            <a:noFill/>
          </a:ln>
        </p:spPr>
      </p:pic>
      <p:pic>
        <p:nvPicPr>
          <p:cNvPr id="831" name="Google Shape;831;p77" title="BRI_Trade Finance.png"/>
          <p:cNvPicPr preferRelativeResize="0"/>
          <p:nvPr/>
        </p:nvPicPr>
        <p:blipFill>
          <a:blip r:embed="rId31">
            <a:alphaModFix/>
          </a:blip>
          <a:stretch>
            <a:fillRect/>
          </a:stretch>
        </p:blipFill>
        <p:spPr>
          <a:xfrm>
            <a:off x="7220825" y="1092701"/>
            <a:ext cx="1165097" cy="304925"/>
          </a:xfrm>
          <a:prstGeom prst="rect">
            <a:avLst/>
          </a:prstGeom>
          <a:noFill/>
          <a:ln>
            <a:noFill/>
          </a:ln>
        </p:spPr>
      </p:pic>
      <p:pic>
        <p:nvPicPr>
          <p:cNvPr id="832" name="Google Shape;832;p77" title="BRI_Trustee.png"/>
          <p:cNvPicPr preferRelativeResize="0"/>
          <p:nvPr/>
        </p:nvPicPr>
        <p:blipFill>
          <a:blip r:embed="rId32">
            <a:alphaModFix/>
          </a:blip>
          <a:stretch>
            <a:fillRect/>
          </a:stretch>
        </p:blipFill>
        <p:spPr>
          <a:xfrm>
            <a:off x="7220825" y="1573397"/>
            <a:ext cx="806202" cy="312160"/>
          </a:xfrm>
          <a:prstGeom prst="rect">
            <a:avLst/>
          </a:prstGeom>
          <a:noFill/>
          <a:ln>
            <a:noFill/>
          </a:ln>
        </p:spPr>
      </p:pic>
      <p:pic>
        <p:nvPicPr>
          <p:cNvPr id="833" name="Google Shape;833;p77" title="BRI_Wali Amanat.png"/>
          <p:cNvPicPr preferRelativeResize="0"/>
          <p:nvPr/>
        </p:nvPicPr>
        <p:blipFill>
          <a:blip r:embed="rId33">
            <a:alphaModFix/>
          </a:blip>
          <a:stretch>
            <a:fillRect/>
          </a:stretch>
        </p:blipFill>
        <p:spPr>
          <a:xfrm>
            <a:off x="7220825" y="2061324"/>
            <a:ext cx="1098419" cy="312150"/>
          </a:xfrm>
          <a:prstGeom prst="rect">
            <a:avLst/>
          </a:prstGeom>
          <a:noFill/>
          <a:ln>
            <a:noFill/>
          </a:ln>
        </p:spPr>
      </p:pic>
      <p:pic>
        <p:nvPicPr>
          <p:cNvPr id="834" name="Google Shape;834;p77" title="BRIZZI biru.png"/>
          <p:cNvPicPr preferRelativeResize="0"/>
          <p:nvPr/>
        </p:nvPicPr>
        <p:blipFill>
          <a:blip r:embed="rId34">
            <a:alphaModFix/>
          </a:blip>
          <a:stretch>
            <a:fillRect/>
          </a:stretch>
        </p:blipFill>
        <p:spPr>
          <a:xfrm>
            <a:off x="7220825" y="2597724"/>
            <a:ext cx="923100" cy="366134"/>
          </a:xfrm>
          <a:prstGeom prst="rect">
            <a:avLst/>
          </a:prstGeom>
          <a:noFill/>
          <a:ln>
            <a:noFill/>
          </a:ln>
        </p:spPr>
      </p:pic>
      <p:sp>
        <p:nvSpPr>
          <p:cNvPr id="835" name="Google Shape;835;p77"/>
          <p:cNvSpPr/>
          <p:nvPr/>
        </p:nvSpPr>
        <p:spPr>
          <a:xfrm>
            <a:off x="7789064" y="3613380"/>
            <a:ext cx="623100" cy="202500"/>
          </a:xfrm>
          <a:prstGeom prst="rect">
            <a:avLst/>
          </a:prstGeom>
          <a:solidFill>
            <a:schemeClr val="lt2"/>
          </a:solidFill>
          <a:ln>
            <a:noFill/>
          </a:ln>
        </p:spPr>
        <p:txBody>
          <a:bodyPr anchorCtr="0" anchor="ctr" bIns="38950" lIns="38950" spcFirstLastPara="1" rIns="38950" wrap="square" tIns="38950">
            <a:noAutofit/>
          </a:bodyPr>
          <a:lstStyle/>
          <a:p>
            <a:pPr indent="0" lvl="0" marL="0" rtl="0" algn="ctr">
              <a:spcBef>
                <a:spcPts val="0"/>
              </a:spcBef>
              <a:spcAft>
                <a:spcPts val="0"/>
              </a:spcAft>
              <a:buNone/>
            </a:pPr>
            <a:r>
              <a:t/>
            </a:r>
            <a:endParaRPr sz="596"/>
          </a:p>
        </p:txBody>
      </p:sp>
      <p:pic>
        <p:nvPicPr>
          <p:cNvPr id="836" name="Google Shape;836;p77"/>
          <p:cNvPicPr preferRelativeResize="0"/>
          <p:nvPr/>
        </p:nvPicPr>
        <p:blipFill>
          <a:blip r:embed="rId35">
            <a:alphaModFix/>
          </a:blip>
          <a:stretch>
            <a:fillRect/>
          </a:stretch>
        </p:blipFill>
        <p:spPr>
          <a:xfrm>
            <a:off x="7249353" y="3118750"/>
            <a:ext cx="392247" cy="392873"/>
          </a:xfrm>
          <a:prstGeom prst="rect">
            <a:avLst/>
          </a:prstGeom>
          <a:noFill/>
          <a:ln>
            <a:noFill/>
          </a:ln>
        </p:spPr>
      </p:pic>
      <p:pic>
        <p:nvPicPr>
          <p:cNvPr id="837" name="Google Shape;837;p77"/>
          <p:cNvPicPr preferRelativeResize="0"/>
          <p:nvPr/>
        </p:nvPicPr>
        <p:blipFill>
          <a:blip r:embed="rId36">
            <a:alphaModFix/>
          </a:blip>
          <a:stretch>
            <a:fillRect/>
          </a:stretch>
        </p:blipFill>
        <p:spPr>
          <a:xfrm>
            <a:off x="7813396" y="3119374"/>
            <a:ext cx="392246" cy="391622"/>
          </a:xfrm>
          <a:prstGeom prst="rect">
            <a:avLst/>
          </a:prstGeom>
          <a:noFill/>
          <a:ln>
            <a:noFill/>
          </a:ln>
          <a:effectLst>
            <a:outerShdw blurRad="97325" rotWithShape="0" algn="bl" dir="2160000" dist="32442">
              <a:srgbClr val="000000">
                <a:alpha val="15000"/>
              </a:srgbClr>
            </a:outerShdw>
          </a:effectLst>
        </p:spPr>
      </p:pic>
      <p:pic>
        <p:nvPicPr>
          <p:cNvPr id="838" name="Google Shape;838;p77"/>
          <p:cNvPicPr preferRelativeResize="0"/>
          <p:nvPr/>
        </p:nvPicPr>
        <p:blipFill>
          <a:blip r:embed="rId37">
            <a:alphaModFix/>
          </a:blip>
          <a:stretch>
            <a:fillRect/>
          </a:stretch>
        </p:blipFill>
        <p:spPr>
          <a:xfrm>
            <a:off x="7249351" y="3637652"/>
            <a:ext cx="508750" cy="142161"/>
          </a:xfrm>
          <a:prstGeom prst="rect">
            <a:avLst/>
          </a:prstGeom>
          <a:noFill/>
          <a:ln>
            <a:noFill/>
          </a:ln>
        </p:spPr>
      </p:pic>
      <p:pic>
        <p:nvPicPr>
          <p:cNvPr id="839" name="Google Shape;839;p77"/>
          <p:cNvPicPr preferRelativeResize="0"/>
          <p:nvPr/>
        </p:nvPicPr>
        <p:blipFill>
          <a:blip r:embed="rId38">
            <a:alphaModFix/>
          </a:blip>
          <a:stretch>
            <a:fillRect/>
          </a:stretch>
        </p:blipFill>
        <p:spPr>
          <a:xfrm>
            <a:off x="7813391" y="3630117"/>
            <a:ext cx="562665" cy="157226"/>
          </a:xfrm>
          <a:prstGeom prst="rect">
            <a:avLst/>
          </a:prstGeom>
          <a:noFill/>
          <a:ln>
            <a:noFill/>
          </a:ln>
        </p:spPr>
      </p:pic>
      <p:pic>
        <p:nvPicPr>
          <p:cNvPr id="840" name="Google Shape;840;p77" title="logo DRB.png"/>
          <p:cNvPicPr preferRelativeResize="0"/>
          <p:nvPr/>
        </p:nvPicPr>
        <p:blipFill>
          <a:blip r:embed="rId39">
            <a:alphaModFix/>
          </a:blip>
          <a:stretch>
            <a:fillRect/>
          </a:stretch>
        </p:blipFill>
        <p:spPr>
          <a:xfrm>
            <a:off x="7242750" y="3992642"/>
            <a:ext cx="1054577" cy="156045"/>
          </a:xfrm>
          <a:prstGeom prst="rect">
            <a:avLst/>
          </a:prstGeom>
          <a:noFill/>
          <a:ln>
            <a:noFill/>
          </a:ln>
        </p:spPr>
      </p:pic>
      <p:pic>
        <p:nvPicPr>
          <p:cNvPr id="841" name="Google Shape;841;p77" title="logo DRB.png"/>
          <p:cNvPicPr preferRelativeResize="0"/>
          <p:nvPr/>
        </p:nvPicPr>
        <p:blipFill rotWithShape="1">
          <a:blip r:embed="rId39">
            <a:alphaModFix/>
          </a:blip>
          <a:srcRect b="0" l="0" r="44444" t="0"/>
          <a:stretch/>
        </p:blipFill>
        <p:spPr>
          <a:xfrm>
            <a:off x="7242750" y="4417410"/>
            <a:ext cx="585886" cy="156047"/>
          </a:xfrm>
          <a:prstGeom prst="rect">
            <a:avLst/>
          </a:prstGeom>
          <a:noFill/>
          <a:ln>
            <a:noFill/>
          </a:ln>
        </p:spPr>
      </p:pic>
      <p:pic>
        <p:nvPicPr>
          <p:cNvPr id="842" name="Google Shape;842;p77" title="Logo BANK BRI (Update 2025)_Main Logo.png"/>
          <p:cNvPicPr preferRelativeResize="0"/>
          <p:nvPr/>
        </p:nvPicPr>
        <p:blipFill>
          <a:blip r:embed="rId40">
            <a:alphaModFix/>
          </a:blip>
          <a:stretch>
            <a:fillRect/>
          </a:stretch>
        </p:blipFill>
        <p:spPr>
          <a:xfrm>
            <a:off x="7966350" y="4256898"/>
            <a:ext cx="685225" cy="34262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78"/>
          <p:cNvSpPr txBox="1"/>
          <p:nvPr>
            <p:ph idx="4294967295" type="ctrTitle"/>
          </p:nvPr>
        </p:nvSpPr>
        <p:spPr>
          <a:xfrm>
            <a:off x="311700" y="1329375"/>
            <a:ext cx="4656300" cy="11196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1200"/>
              </a:spcAft>
              <a:buSzPts val="990"/>
              <a:buNone/>
            </a:pPr>
            <a:r>
              <a:rPr b="1" lang="en-GB" sz="2720">
                <a:solidFill>
                  <a:srgbClr val="0C57C2"/>
                </a:solidFill>
                <a:highlight>
                  <a:srgbClr val="FFFFFF"/>
                </a:highlight>
                <a:latin typeface="Inter"/>
                <a:ea typeface="Inter"/>
                <a:cs typeface="Inter"/>
                <a:sym typeface="Inter"/>
              </a:rPr>
              <a:t>[Presentation Title]</a:t>
            </a:r>
            <a:endParaRPr b="1" sz="2360">
              <a:latin typeface="Inter"/>
              <a:ea typeface="Inter"/>
              <a:cs typeface="Inter"/>
              <a:sym typeface="Inter"/>
            </a:endParaRPr>
          </a:p>
        </p:txBody>
      </p:sp>
      <p:sp>
        <p:nvSpPr>
          <p:cNvPr id="848" name="Google Shape;848;p78"/>
          <p:cNvSpPr txBox="1"/>
          <p:nvPr>
            <p:ph idx="4294967295" type="subTitle"/>
          </p:nvPr>
        </p:nvSpPr>
        <p:spPr>
          <a:xfrm>
            <a:off x="311700" y="2336684"/>
            <a:ext cx="4414200" cy="446700"/>
          </a:xfrm>
          <a:prstGeom prst="rect">
            <a:avLst/>
          </a:prstGeom>
        </p:spPr>
        <p:txBody>
          <a:bodyPr anchorCtr="0" anchor="t" bIns="91425" lIns="91425" spcFirstLastPara="1" rIns="91425" wrap="square" tIns="91425">
            <a:normAutofit/>
          </a:bodyPr>
          <a:lstStyle/>
          <a:p>
            <a:pPr indent="0" lvl="0" marL="0" rtl="0" algn="l">
              <a:lnSpc>
                <a:spcPct val="140000"/>
              </a:lnSpc>
              <a:spcBef>
                <a:spcPts val="0"/>
              </a:spcBef>
              <a:spcAft>
                <a:spcPts val="0"/>
              </a:spcAft>
              <a:buNone/>
            </a:pPr>
            <a:r>
              <a:rPr lang="en-GB" sz="1500">
                <a:solidFill>
                  <a:srgbClr val="0857C3"/>
                </a:solidFill>
                <a:latin typeface="Inter"/>
                <a:ea typeface="Inter"/>
                <a:cs typeface="Inter"/>
                <a:sym typeface="Inter"/>
              </a:rPr>
              <a:t>Add a subtitle or the company tagline here</a:t>
            </a:r>
            <a:endParaRPr sz="1400">
              <a:solidFill>
                <a:srgbClr val="434343"/>
              </a:solidFill>
              <a:latin typeface="Inter"/>
              <a:ea typeface="Inter"/>
              <a:cs typeface="Inter"/>
              <a:sym typeface="Inter"/>
            </a:endParaRPr>
          </a:p>
        </p:txBody>
      </p:sp>
      <p:sp>
        <p:nvSpPr>
          <p:cNvPr id="849" name="Google Shape;849;p78"/>
          <p:cNvSpPr txBox="1"/>
          <p:nvPr>
            <p:ph idx="4294967295" type="subTitle"/>
          </p:nvPr>
        </p:nvSpPr>
        <p:spPr>
          <a:xfrm>
            <a:off x="311700" y="3127825"/>
            <a:ext cx="3924900" cy="446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GB" sz="1300">
                <a:solidFill>
                  <a:srgbClr val="999999"/>
                </a:solidFill>
                <a:latin typeface="Inter"/>
                <a:ea typeface="Inter"/>
                <a:cs typeface="Inter"/>
                <a:sym typeface="Inter"/>
              </a:rPr>
              <a:t>(Nama Presenter)</a:t>
            </a:r>
            <a:endParaRPr b="1" sz="1800">
              <a:solidFill>
                <a:srgbClr val="434343"/>
              </a:solidFill>
              <a:latin typeface="Inter"/>
              <a:ea typeface="Inter"/>
              <a:cs typeface="Inter"/>
              <a:sym typeface="Inter"/>
            </a:endParaRPr>
          </a:p>
        </p:txBody>
      </p:sp>
      <p:cxnSp>
        <p:nvCxnSpPr>
          <p:cNvPr id="850" name="Google Shape;850;p78"/>
          <p:cNvCxnSpPr/>
          <p:nvPr/>
        </p:nvCxnSpPr>
        <p:spPr>
          <a:xfrm>
            <a:off x="458400" y="3634575"/>
            <a:ext cx="3778200" cy="0"/>
          </a:xfrm>
          <a:prstGeom prst="straightConnector1">
            <a:avLst/>
          </a:prstGeom>
          <a:noFill/>
          <a:ln cap="flat" cmpd="sng" w="9525">
            <a:solidFill>
              <a:schemeClr val="dk2"/>
            </a:solidFill>
            <a:prstDash val="solid"/>
            <a:round/>
            <a:headEnd len="med" w="med" type="none"/>
            <a:tailEnd len="med" w="med" type="none"/>
          </a:ln>
        </p:spPr>
      </p:cxnSp>
      <p:sp>
        <p:nvSpPr>
          <p:cNvPr id="851" name="Google Shape;851;p78"/>
          <p:cNvSpPr txBox="1"/>
          <p:nvPr>
            <p:ph idx="4294967295" type="subTitle"/>
          </p:nvPr>
        </p:nvSpPr>
        <p:spPr>
          <a:xfrm>
            <a:off x="311700" y="3694625"/>
            <a:ext cx="3924900" cy="626700"/>
          </a:xfrm>
          <a:prstGeom prst="rect">
            <a:avLst/>
          </a:prstGeom>
        </p:spPr>
        <p:txBody>
          <a:bodyPr anchorCtr="0" anchor="t" bIns="91425" lIns="91425" spcFirstLastPara="1" rIns="91425" wrap="square" tIns="91425">
            <a:normAutofit fontScale="70000" lnSpcReduction="10000"/>
          </a:bodyPr>
          <a:lstStyle/>
          <a:p>
            <a:pPr indent="0" lvl="0" marL="0" rtl="0" algn="l">
              <a:lnSpc>
                <a:spcPct val="115000"/>
              </a:lnSpc>
              <a:spcBef>
                <a:spcPts val="0"/>
              </a:spcBef>
              <a:spcAft>
                <a:spcPts val="0"/>
              </a:spcAft>
              <a:buNone/>
            </a:pPr>
            <a:r>
              <a:rPr b="1" lang="en-GB" sz="1300">
                <a:solidFill>
                  <a:srgbClr val="0C57C2"/>
                </a:solidFill>
                <a:latin typeface="Inter"/>
                <a:ea typeface="Inter"/>
                <a:cs typeface="Inter"/>
                <a:sym typeface="Inter"/>
              </a:rPr>
              <a:t>PT. Bank Rakyat Indonesia (Persero) Tbk</a:t>
            </a:r>
            <a:endParaRPr b="1" sz="1300">
              <a:solidFill>
                <a:srgbClr val="0C57C2"/>
              </a:solidFill>
              <a:latin typeface="Inter"/>
              <a:ea typeface="Inter"/>
              <a:cs typeface="Inter"/>
              <a:sym typeface="Inter"/>
            </a:endParaRPr>
          </a:p>
          <a:p>
            <a:pPr indent="0" lvl="0" marL="0" rtl="0" algn="l">
              <a:lnSpc>
                <a:spcPct val="115000"/>
              </a:lnSpc>
              <a:spcBef>
                <a:spcPts val="1200"/>
              </a:spcBef>
              <a:spcAft>
                <a:spcPts val="1200"/>
              </a:spcAft>
              <a:buNone/>
            </a:pPr>
            <a:r>
              <a:rPr lang="en-GB" sz="1300">
                <a:solidFill>
                  <a:srgbClr val="0C57C2"/>
                </a:solidFill>
                <a:latin typeface="Inter"/>
                <a:ea typeface="Inter"/>
                <a:cs typeface="Inter"/>
                <a:sym typeface="Inter"/>
              </a:rPr>
              <a:t>(Day, DD/MM/YYYY)</a:t>
            </a:r>
            <a:endParaRPr sz="1300">
              <a:solidFill>
                <a:srgbClr val="0C57C2"/>
              </a:solidFill>
              <a:latin typeface="Inter"/>
              <a:ea typeface="Inter"/>
              <a:cs typeface="Inter"/>
              <a:sym typeface="Inter"/>
            </a:endParaRPr>
          </a:p>
        </p:txBody>
      </p:sp>
      <p:sp>
        <p:nvSpPr>
          <p:cNvPr id="852" name="Google Shape;852;p78"/>
          <p:cNvSpPr/>
          <p:nvPr/>
        </p:nvSpPr>
        <p:spPr>
          <a:xfrm>
            <a:off x="5100877" y="984775"/>
            <a:ext cx="3903900" cy="3595800"/>
          </a:xfrm>
          <a:prstGeom prst="roundRect">
            <a:avLst>
              <a:gd fmla="val 16667" name="adj"/>
            </a:avLst>
          </a:prstGeom>
          <a:noFill/>
          <a:ln cap="flat" cmpd="sng" w="38100">
            <a:solidFill>
              <a:srgbClr val="0C57C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53" name="Google Shape;853;p78" title="Menara-BRI.png"/>
          <p:cNvPicPr preferRelativeResize="0"/>
          <p:nvPr/>
        </p:nvPicPr>
        <p:blipFill rotWithShape="1">
          <a:blip r:embed="rId3">
            <a:alphaModFix/>
          </a:blip>
          <a:srcRect b="16395" l="0" r="0" t="0"/>
          <a:stretch/>
        </p:blipFill>
        <p:spPr>
          <a:xfrm>
            <a:off x="5184062" y="1221074"/>
            <a:ext cx="4132915" cy="39160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